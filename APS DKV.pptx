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1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66" r:id="rId8"/>
    <p:sldId id="259" r:id="rId9"/>
    <p:sldId id="265" r:id="rId10"/>
    <p:sldId id="260" r:id="rId11"/>
    <p:sldId id="264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747B4-B2A0-617E-DE46-77995EBC5596}" v="233" dt="2026-08-17T06:43:30.0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290319"/>
            <a:ext cx="9144000" cy="55473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370" y="204673"/>
            <a:ext cx="762254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188" y="1261998"/>
            <a:ext cx="5530850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97240" y="6465214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7999"/>
            <a:chOff x="0" y="0"/>
            <a:chExt cx="9144000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1300" y="5638799"/>
              <a:ext cx="3314700" cy="121919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FFFFFF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FFFFFF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4370" y="201625"/>
            <a:ext cx="3041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AVANT-</a:t>
            </a:r>
            <a:r>
              <a:rPr sz="2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PROJET</a:t>
            </a:r>
            <a:r>
              <a:rPr sz="2800" u="sng" spc="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sz="28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IRVE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474370" y="633476"/>
            <a:ext cx="3074670" cy="96244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lang="fr-FR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Câblerie LAPP</a:t>
            </a:r>
            <a:endParaRPr lang="fr-FR" sz="2000" b="1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lang="en-US" sz="2000" b="1">
                <a:solidFill>
                  <a:srgbClr val="FFFFFF"/>
                </a:solidFill>
                <a:latin typeface="Calibri"/>
                <a:cs typeface="Calibri"/>
              </a:rPr>
              <a:t>Rue Avogadro </a:t>
            </a:r>
            <a:endParaRPr lang="en-US"/>
          </a:p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57600 OETING</a:t>
            </a:r>
            <a:endParaRPr lang="en-US" sz="20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370" y="5414480"/>
            <a:ext cx="7755230" cy="1332416"/>
          </a:xfrm>
          <a:prstGeom prst="rect">
            <a:avLst/>
          </a:prstGeom>
        </p:spPr>
        <p:txBody>
          <a:bodyPr vert="horz" wrap="square" lIns="0" tIns="24130" rIns="0" bIns="0" rtlCol="0" anchor="t">
            <a:spAutoFit/>
          </a:bodyPr>
          <a:lstStyle/>
          <a:p>
            <a:pPr marL="12700" marR="5080">
              <a:lnSpc>
                <a:spcPts val="2390"/>
              </a:lnSpc>
              <a:spcBef>
                <a:spcPts val="190"/>
              </a:spcBef>
            </a:pP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Référent technique :</a:t>
            </a:r>
          </a:p>
          <a:p>
            <a:pPr marL="12700" marR="5080">
              <a:lnSpc>
                <a:spcPts val="2390"/>
              </a:lnSpc>
              <a:spcBef>
                <a:spcPts val="190"/>
              </a:spcBef>
            </a:pP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Visite technique par :</a:t>
            </a:r>
          </a:p>
          <a:p>
            <a:pPr marL="12700" marR="5080">
              <a:lnSpc>
                <a:spcPts val="2390"/>
              </a:lnSpc>
              <a:spcBef>
                <a:spcPts val="190"/>
              </a:spcBef>
            </a:pP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Date</a:t>
            </a:r>
            <a:r>
              <a:rPr lang="fr-FR"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lang="fr-FR"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lang="fr-FR"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site</a:t>
            </a:r>
            <a:r>
              <a:rPr lang="fr-FR"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20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fr-FR" sz="2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</a:p>
          <a:p>
            <a:pPr marL="12700" marR="5080">
              <a:lnSpc>
                <a:spcPts val="2390"/>
              </a:lnSpc>
              <a:spcBef>
                <a:spcPts val="190"/>
              </a:spcBef>
            </a:pPr>
            <a:r>
              <a:rPr lang="fr-FR" sz="2000" b="1" spc="-5" dirty="0">
                <a:solidFill>
                  <a:srgbClr val="FFFFFF"/>
                </a:solidFill>
                <a:latin typeface="Calibri"/>
                <a:cs typeface="Calibri"/>
              </a:rPr>
              <a:t>Ref :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0" b="3944"/>
          <a:stretch/>
        </p:blipFill>
        <p:spPr>
          <a:xfrm>
            <a:off x="7239000" y="76200"/>
            <a:ext cx="1731892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Présentation</a:t>
            </a:r>
            <a:r>
              <a:rPr spc="-50" dirty="0"/>
              <a:t> </a:t>
            </a:r>
            <a:r>
              <a:rPr dirty="0"/>
              <a:t>du</a:t>
            </a:r>
            <a:r>
              <a:rPr spc="-75" dirty="0"/>
              <a:t> </a:t>
            </a:r>
            <a:r>
              <a:rPr spc="-10" dirty="0"/>
              <a:t>projet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9188" y="1261998"/>
            <a:ext cx="8370012" cy="418512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*"/>
              <a:tabLst>
                <a:tab pos="160020" algn="l"/>
              </a:tabLst>
            </a:pPr>
            <a:r>
              <a:rPr dirty="0"/>
              <a:t>Régime</a:t>
            </a:r>
            <a:r>
              <a:rPr spc="-2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 err="1"/>
              <a:t>Neutre</a:t>
            </a:r>
            <a:r>
              <a:rPr spc="-10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/>
              <a:t>Tarif</a:t>
            </a:r>
            <a:r>
              <a:rPr spc="-40" dirty="0"/>
              <a:t> </a:t>
            </a:r>
            <a:r>
              <a:rPr dirty="0"/>
              <a:t>abonnement</a:t>
            </a:r>
            <a:r>
              <a:rPr spc="-15" dirty="0"/>
              <a:t> </a:t>
            </a:r>
            <a:r>
              <a:rPr dirty="0"/>
              <a:t>client</a:t>
            </a:r>
            <a:r>
              <a:rPr spc="-30" dirty="0"/>
              <a:t> </a:t>
            </a:r>
            <a:r>
              <a:rPr dirty="0"/>
              <a:t>:</a:t>
            </a:r>
            <a:endParaRPr spc="-10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err="1"/>
              <a:t>Classement</a:t>
            </a:r>
            <a:r>
              <a:rPr spc="-25" dirty="0"/>
              <a:t> </a:t>
            </a:r>
            <a:r>
              <a:rPr dirty="0"/>
              <a:t>parking</a:t>
            </a:r>
            <a:r>
              <a:rPr spc="-40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ts val="1914"/>
              </a:lnSpc>
              <a:buChar char="*"/>
              <a:tabLst>
                <a:tab pos="160020" algn="l"/>
              </a:tabLst>
            </a:pPr>
            <a:r>
              <a:rPr dirty="0"/>
              <a:t>Installation</a:t>
            </a:r>
            <a:r>
              <a:rPr spc="-40" dirty="0"/>
              <a:t> </a:t>
            </a:r>
            <a:r>
              <a:rPr dirty="0"/>
              <a:t>d’un</a:t>
            </a:r>
            <a:r>
              <a:rPr spc="-25" dirty="0"/>
              <a:t> </a:t>
            </a:r>
            <a:r>
              <a:rPr dirty="0"/>
              <a:t>tableau</a:t>
            </a:r>
            <a:r>
              <a:rPr spc="-25" dirty="0"/>
              <a:t> </a:t>
            </a:r>
            <a:r>
              <a:rPr dirty="0" err="1"/>
              <a:t>divisionnaire</a:t>
            </a:r>
            <a:r>
              <a:rPr spc="-35" dirty="0"/>
              <a:t> </a:t>
            </a:r>
            <a:r>
              <a:rPr dirty="0"/>
              <a:t>IRVE</a:t>
            </a:r>
            <a:r>
              <a:rPr spc="5" dirty="0"/>
              <a:t> </a:t>
            </a:r>
            <a:r>
              <a:rPr dirty="0"/>
              <a:t>:</a:t>
            </a:r>
            <a:endParaRPr dirty="0">
              <a:solidFill>
                <a:srgbClr val="FF00FF"/>
              </a:solidFill>
            </a:endParaRPr>
          </a:p>
          <a:p>
            <a:pPr marL="160020" indent="-147320">
              <a:lnSpc>
                <a:spcPts val="1914"/>
              </a:lnSpc>
              <a:buChar char="*"/>
              <a:tabLst>
                <a:tab pos="160020" algn="l"/>
              </a:tabLst>
            </a:pPr>
            <a:r>
              <a:rPr lang="fr-FR" dirty="0"/>
              <a:t>Nombre de Bornes :</a:t>
            </a:r>
            <a:endParaRPr lang="fr-FR" dirty="0">
              <a:solidFill>
                <a:srgbClr val="FF00FF"/>
              </a:solidFill>
              <a:ea typeface="Calibri"/>
            </a:endParaRPr>
          </a:p>
          <a:p>
            <a:pPr marL="160020" indent="-147320">
              <a:lnSpc>
                <a:spcPts val="1914"/>
              </a:lnSpc>
              <a:buChar char="*"/>
              <a:tabLst>
                <a:tab pos="160020" algn="l"/>
              </a:tabLst>
            </a:pPr>
            <a:r>
              <a:rPr dirty="0"/>
              <a:t>Puissance</a:t>
            </a:r>
            <a:r>
              <a:rPr spc="-45" dirty="0"/>
              <a:t> </a:t>
            </a:r>
            <a:r>
              <a:rPr dirty="0"/>
              <a:t>Bornes</a:t>
            </a:r>
            <a:r>
              <a:rPr spc="10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spcBef>
                <a:spcPts val="10"/>
              </a:spcBef>
              <a:buChar char="*"/>
              <a:tabLst>
                <a:tab pos="160020" algn="l"/>
              </a:tabLst>
            </a:pPr>
            <a:r>
              <a:rPr dirty="0"/>
              <a:t>Environnement</a:t>
            </a:r>
            <a:r>
              <a:rPr spc="-25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dirty="0"/>
              <a:t>Bornes</a:t>
            </a:r>
            <a:r>
              <a:rPr spc="-50" dirty="0"/>
              <a:t> </a:t>
            </a:r>
            <a:r>
              <a:rPr dirty="0"/>
              <a:t>:</a:t>
            </a:r>
            <a:endParaRPr spc="-10" dirty="0">
              <a:solidFill>
                <a:srgbClr val="FF00FF"/>
              </a:solidFill>
              <a:ea typeface="Calibri"/>
            </a:endParaRPr>
          </a:p>
          <a:p>
            <a:pPr marL="160020" indent="-147320">
              <a:lnSpc>
                <a:spcPct val="100000"/>
              </a:lnSpc>
              <a:spcBef>
                <a:spcPts val="5"/>
              </a:spcBef>
              <a:buChar char="*"/>
              <a:tabLst>
                <a:tab pos="160020" algn="l"/>
              </a:tabLst>
            </a:pPr>
            <a:r>
              <a:rPr spc="-10" dirty="0" err="1"/>
              <a:t>Positionnement</a:t>
            </a:r>
            <a:r>
              <a:rPr spc="-5" dirty="0"/>
              <a:t> </a:t>
            </a:r>
            <a:r>
              <a:rPr dirty="0"/>
              <a:t>des</a:t>
            </a:r>
            <a:r>
              <a:rPr spc="-15" dirty="0"/>
              <a:t> </a:t>
            </a:r>
            <a:r>
              <a:rPr dirty="0"/>
              <a:t>Bornes</a:t>
            </a:r>
            <a:r>
              <a:rPr spc="25" dirty="0"/>
              <a:t> </a:t>
            </a:r>
            <a:r>
              <a:rPr dirty="0"/>
              <a:t>:</a:t>
            </a:r>
            <a:endParaRPr spc="-10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err="1"/>
              <a:t>Signalisation</a:t>
            </a:r>
            <a:r>
              <a:rPr spc="-65" dirty="0"/>
              <a:t> </a:t>
            </a:r>
            <a:r>
              <a:rPr dirty="0" err="1"/>
              <a:t>Horizontale</a:t>
            </a:r>
            <a:r>
              <a:rPr spc="-20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ts val="1914"/>
              </a:lnSpc>
              <a:buChar char="*"/>
              <a:tabLst>
                <a:tab pos="160020" algn="l"/>
              </a:tabLst>
            </a:pPr>
            <a:r>
              <a:rPr dirty="0" err="1"/>
              <a:t>Signalisation</a:t>
            </a:r>
            <a:r>
              <a:rPr spc="-55" dirty="0"/>
              <a:t> </a:t>
            </a:r>
            <a:r>
              <a:rPr dirty="0" err="1"/>
              <a:t>Verticale</a:t>
            </a:r>
            <a:r>
              <a:rPr spc="-10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ts val="1914"/>
              </a:lnSpc>
              <a:buChar char="*"/>
              <a:tabLst>
                <a:tab pos="160020" algn="l"/>
              </a:tabLst>
            </a:pPr>
            <a:r>
              <a:rPr dirty="0"/>
              <a:t>Protection</a:t>
            </a:r>
            <a:r>
              <a:rPr spc="-25" dirty="0"/>
              <a:t> </a:t>
            </a:r>
            <a:r>
              <a:rPr dirty="0" err="1"/>
              <a:t>mécanique</a:t>
            </a:r>
            <a:r>
              <a:rPr spc="-50" dirty="0"/>
              <a:t> </a:t>
            </a:r>
            <a:r>
              <a:rPr dirty="0"/>
              <a:t>des</a:t>
            </a:r>
            <a:r>
              <a:rPr spc="-40" dirty="0"/>
              <a:t> </a:t>
            </a:r>
            <a:r>
              <a:rPr dirty="0"/>
              <a:t>Bornes</a:t>
            </a:r>
            <a:r>
              <a:rPr spc="-15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spcBef>
                <a:spcPts val="10"/>
              </a:spcBef>
              <a:buChar char="*"/>
              <a:tabLst>
                <a:tab pos="160020" algn="l"/>
              </a:tabLst>
            </a:pPr>
            <a:r>
              <a:rPr dirty="0"/>
              <a:t>Communication</a:t>
            </a:r>
            <a:r>
              <a:rPr spc="-40" dirty="0"/>
              <a:t> </a:t>
            </a:r>
            <a:r>
              <a:rPr dirty="0"/>
              <a:t>des</a:t>
            </a:r>
            <a:r>
              <a:rPr spc="-20" dirty="0"/>
              <a:t> </a:t>
            </a:r>
            <a:r>
              <a:rPr dirty="0"/>
              <a:t>Bornes</a:t>
            </a:r>
            <a:r>
              <a:rPr spc="15" dirty="0"/>
              <a:t> </a:t>
            </a:r>
            <a:r>
              <a:rPr dirty="0"/>
              <a:t>:</a:t>
            </a:r>
            <a:r>
              <a:rPr spc="-35" dirty="0"/>
              <a:t> </a:t>
            </a:r>
            <a:endParaRPr lang="fr-FR" spc="-35" dirty="0"/>
          </a:p>
          <a:p>
            <a:pPr marL="160020" indent="-147320">
              <a:lnSpc>
                <a:spcPct val="100000"/>
              </a:lnSpc>
              <a:spcBef>
                <a:spcPts val="10"/>
              </a:spcBef>
              <a:buChar char="*"/>
              <a:tabLst>
                <a:tab pos="160020" algn="l"/>
              </a:tabLst>
            </a:pPr>
            <a:r>
              <a:rPr dirty="0"/>
              <a:t>Travaux</a:t>
            </a:r>
            <a:r>
              <a:rPr spc="-25" dirty="0"/>
              <a:t> </a:t>
            </a:r>
            <a:r>
              <a:rPr dirty="0"/>
              <a:t>VRD</a:t>
            </a:r>
            <a:r>
              <a:rPr spc="15" dirty="0"/>
              <a:t> </a:t>
            </a:r>
            <a:r>
              <a:rPr dirty="0"/>
              <a:t>:</a:t>
            </a:r>
            <a:r>
              <a:rPr lang="en-US" spc="300" dirty="0"/>
              <a:t> </a:t>
            </a:r>
            <a:endParaRPr lang="fr-FR"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/>
              <a:t>Nuisance</a:t>
            </a:r>
            <a:r>
              <a:rPr spc="-35" dirty="0"/>
              <a:t> </a:t>
            </a:r>
            <a:r>
              <a:rPr dirty="0" err="1"/>
              <a:t>sonore</a:t>
            </a:r>
            <a:r>
              <a:rPr spc="5" dirty="0"/>
              <a:t> </a:t>
            </a:r>
            <a:r>
              <a:rPr dirty="0" err="1"/>
              <a:t>liée</a:t>
            </a:r>
            <a:r>
              <a:rPr spc="-30" dirty="0"/>
              <a:t> </a:t>
            </a:r>
            <a:r>
              <a:rPr dirty="0"/>
              <a:t>aux</a:t>
            </a:r>
            <a:r>
              <a:rPr spc="-35" dirty="0"/>
              <a:t> </a:t>
            </a:r>
            <a:r>
              <a:rPr dirty="0"/>
              <a:t>travaux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 err="1"/>
              <a:t>percements</a:t>
            </a:r>
            <a:r>
              <a:rPr spc="10" dirty="0"/>
              <a:t> </a:t>
            </a:r>
            <a:r>
              <a:rPr dirty="0"/>
              <a:t>:</a:t>
            </a:r>
            <a:endParaRPr spc="-25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/>
              <a:t>Coupure</a:t>
            </a:r>
            <a:r>
              <a:rPr spc="-15" dirty="0"/>
              <a:t> </a:t>
            </a:r>
            <a:r>
              <a:rPr dirty="0"/>
              <a:t>TGBT</a:t>
            </a:r>
            <a:r>
              <a:rPr spc="-30" dirty="0"/>
              <a:t> </a:t>
            </a:r>
            <a:r>
              <a:rPr dirty="0"/>
              <a:t>Générale</a:t>
            </a:r>
            <a:r>
              <a:rPr spc="-15" dirty="0"/>
              <a:t> </a:t>
            </a:r>
            <a:r>
              <a:rPr dirty="0"/>
              <a:t>:</a:t>
            </a:r>
            <a:endParaRPr lang="fr-FR" dirty="0">
              <a:solidFill>
                <a:srgbClr val="FF00FF"/>
              </a:solidFill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lang="fr-FR" spc="-10" dirty="0"/>
              <a:t>Contacte sur site :</a:t>
            </a:r>
          </a:p>
          <a:p>
            <a:pPr marL="12700">
              <a:tabLst>
                <a:tab pos="160020" algn="l"/>
              </a:tabLst>
            </a:pPr>
            <a:endParaRPr lang="fr-FR" spc="-10" dirty="0">
              <a:solidFill>
                <a:srgbClr val="FF00FF"/>
              </a:solidFill>
              <a:ea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Légende</a:t>
            </a:r>
          </a:p>
        </p:txBody>
      </p:sp>
      <p:sp>
        <p:nvSpPr>
          <p:cNvPr id="4" name="object 4"/>
          <p:cNvSpPr/>
          <p:nvPr/>
        </p:nvSpPr>
        <p:spPr>
          <a:xfrm>
            <a:off x="4334255" y="1083563"/>
            <a:ext cx="525780" cy="0"/>
          </a:xfrm>
          <a:custGeom>
            <a:avLst/>
            <a:gdLst/>
            <a:ahLst/>
            <a:cxnLst/>
            <a:rect l="l" t="t" r="r" b="b"/>
            <a:pathLst>
              <a:path w="525779">
                <a:moveTo>
                  <a:pt x="0" y="0"/>
                </a:moveTo>
                <a:lnTo>
                  <a:pt x="525399" y="0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34255" y="1453896"/>
            <a:ext cx="525780" cy="0"/>
          </a:xfrm>
          <a:custGeom>
            <a:avLst/>
            <a:gdLst/>
            <a:ahLst/>
            <a:cxnLst/>
            <a:rect l="l" t="t" r="r" b="b"/>
            <a:pathLst>
              <a:path w="525779">
                <a:moveTo>
                  <a:pt x="0" y="0"/>
                </a:moveTo>
                <a:lnTo>
                  <a:pt x="525399" y="0"/>
                </a:lnTo>
              </a:path>
            </a:pathLst>
          </a:custGeom>
          <a:ln w="57912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34255" y="1885188"/>
            <a:ext cx="525780" cy="0"/>
          </a:xfrm>
          <a:custGeom>
            <a:avLst/>
            <a:gdLst/>
            <a:ahLst/>
            <a:cxnLst/>
            <a:rect l="l" t="t" r="r" b="b"/>
            <a:pathLst>
              <a:path w="525779">
                <a:moveTo>
                  <a:pt x="0" y="0"/>
                </a:moveTo>
                <a:lnTo>
                  <a:pt x="525399" y="0"/>
                </a:lnTo>
              </a:path>
            </a:pathLst>
          </a:custGeom>
          <a:ln w="57912">
            <a:solidFill>
              <a:srgbClr val="E2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3400" y="2313432"/>
            <a:ext cx="517525" cy="0"/>
          </a:xfrm>
          <a:custGeom>
            <a:avLst/>
            <a:gdLst/>
            <a:ahLst/>
            <a:cxnLst/>
            <a:rect l="l" t="t" r="r" b="b"/>
            <a:pathLst>
              <a:path w="517525">
                <a:moveTo>
                  <a:pt x="0" y="0"/>
                </a:moveTo>
                <a:lnTo>
                  <a:pt x="517144" y="0"/>
                </a:lnTo>
              </a:path>
            </a:pathLst>
          </a:custGeom>
          <a:ln w="57912">
            <a:solidFill>
              <a:srgbClr val="3085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331208" y="2578607"/>
            <a:ext cx="390525" cy="314325"/>
            <a:chOff x="4331208" y="2578607"/>
            <a:chExt cx="390525" cy="314325"/>
          </a:xfrm>
        </p:grpSpPr>
        <p:sp>
          <p:nvSpPr>
            <p:cNvPr id="9" name="object 9"/>
            <p:cNvSpPr/>
            <p:nvPr/>
          </p:nvSpPr>
          <p:spPr>
            <a:xfrm>
              <a:off x="4344162" y="2591561"/>
              <a:ext cx="364490" cy="288290"/>
            </a:xfrm>
            <a:custGeom>
              <a:avLst/>
              <a:gdLst/>
              <a:ahLst/>
              <a:cxnLst/>
              <a:rect l="l" t="t" r="r" b="b"/>
              <a:pathLst>
                <a:path w="364489" h="288289">
                  <a:moveTo>
                    <a:pt x="3642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64236" y="288036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44162" y="2591561"/>
              <a:ext cx="364490" cy="288290"/>
            </a:xfrm>
            <a:custGeom>
              <a:avLst/>
              <a:gdLst/>
              <a:ahLst/>
              <a:cxnLst/>
              <a:rect l="l" t="t" r="r" b="b"/>
              <a:pathLst>
                <a:path w="364489" h="288289">
                  <a:moveTo>
                    <a:pt x="0" y="288036"/>
                  </a:moveTo>
                  <a:lnTo>
                    <a:pt x="364236" y="288036"/>
                  </a:lnTo>
                  <a:lnTo>
                    <a:pt x="3642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25908">
              <a:solidFill>
                <a:srgbClr val="E2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343400" y="3081527"/>
            <a:ext cx="390525" cy="314325"/>
            <a:chOff x="4343400" y="3081527"/>
            <a:chExt cx="390525" cy="314325"/>
          </a:xfrm>
        </p:grpSpPr>
        <p:sp>
          <p:nvSpPr>
            <p:cNvPr id="12" name="object 12"/>
            <p:cNvSpPr/>
            <p:nvPr/>
          </p:nvSpPr>
          <p:spPr>
            <a:xfrm>
              <a:off x="4356353" y="3094481"/>
              <a:ext cx="364490" cy="288290"/>
            </a:xfrm>
            <a:custGeom>
              <a:avLst/>
              <a:gdLst/>
              <a:ahLst/>
              <a:cxnLst/>
              <a:rect l="l" t="t" r="r" b="b"/>
              <a:pathLst>
                <a:path w="364489" h="288289">
                  <a:moveTo>
                    <a:pt x="3642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64236" y="288036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308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56353" y="3094481"/>
              <a:ext cx="364490" cy="288290"/>
            </a:xfrm>
            <a:custGeom>
              <a:avLst/>
              <a:gdLst/>
              <a:ahLst/>
              <a:cxnLst/>
              <a:rect l="l" t="t" r="r" b="b"/>
              <a:pathLst>
                <a:path w="364489" h="288289">
                  <a:moveTo>
                    <a:pt x="0" y="288036"/>
                  </a:moveTo>
                  <a:lnTo>
                    <a:pt x="364236" y="288036"/>
                  </a:lnTo>
                  <a:lnTo>
                    <a:pt x="3642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25908">
              <a:solidFill>
                <a:srgbClr val="3085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415028" y="3596640"/>
            <a:ext cx="266700" cy="262255"/>
            <a:chOff x="4415028" y="3596640"/>
            <a:chExt cx="266700" cy="26225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7982" y="3609594"/>
              <a:ext cx="240791" cy="2362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27982" y="3609594"/>
              <a:ext cx="241300" cy="236220"/>
            </a:xfrm>
            <a:custGeom>
              <a:avLst/>
              <a:gdLst/>
              <a:ahLst/>
              <a:cxnLst/>
              <a:rect l="l" t="t" r="r" b="b"/>
              <a:pathLst>
                <a:path w="241300" h="236220">
                  <a:moveTo>
                    <a:pt x="0" y="118109"/>
                  </a:moveTo>
                  <a:lnTo>
                    <a:pt x="9453" y="72116"/>
                  </a:lnTo>
                  <a:lnTo>
                    <a:pt x="35242" y="34575"/>
                  </a:lnTo>
                  <a:lnTo>
                    <a:pt x="73509" y="9274"/>
                  </a:lnTo>
                  <a:lnTo>
                    <a:pt x="120395" y="0"/>
                  </a:lnTo>
                  <a:lnTo>
                    <a:pt x="167282" y="9274"/>
                  </a:lnTo>
                  <a:lnTo>
                    <a:pt x="205549" y="34575"/>
                  </a:lnTo>
                  <a:lnTo>
                    <a:pt x="231338" y="72116"/>
                  </a:lnTo>
                  <a:lnTo>
                    <a:pt x="240791" y="118109"/>
                  </a:lnTo>
                  <a:lnTo>
                    <a:pt x="231338" y="164103"/>
                  </a:lnTo>
                  <a:lnTo>
                    <a:pt x="205549" y="201644"/>
                  </a:lnTo>
                  <a:lnTo>
                    <a:pt x="167282" y="226945"/>
                  </a:lnTo>
                  <a:lnTo>
                    <a:pt x="120395" y="236219"/>
                  </a:lnTo>
                  <a:lnTo>
                    <a:pt x="73509" y="226945"/>
                  </a:lnTo>
                  <a:lnTo>
                    <a:pt x="35242" y="201644"/>
                  </a:lnTo>
                  <a:lnTo>
                    <a:pt x="9453" y="164103"/>
                  </a:lnTo>
                  <a:lnTo>
                    <a:pt x="0" y="118109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89550" y="930909"/>
            <a:ext cx="3225800" cy="310918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z="1400" dirty="0" err="1">
                <a:latin typeface="Calibri"/>
                <a:cs typeface="Calibri"/>
              </a:rPr>
              <a:t>Cheminement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 err="1">
                <a:latin typeface="Calibri"/>
                <a:cs typeface="Calibri"/>
              </a:rPr>
              <a:t>câbles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 err="1">
                <a:latin typeface="Calibri"/>
                <a:cs typeface="Calibri"/>
              </a:rPr>
              <a:t>créer</a:t>
            </a:r>
            <a:endParaRPr sz="1400" dirty="0" err="1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1145"/>
              </a:spcBef>
            </a:pPr>
            <a:r>
              <a:rPr sz="1400" dirty="0" err="1">
                <a:latin typeface="Calibri"/>
                <a:cs typeface="Calibri"/>
              </a:rPr>
              <a:t>Cheminement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 err="1">
                <a:latin typeface="Calibri"/>
                <a:cs typeface="Calibri"/>
              </a:rPr>
              <a:t>câbles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existant</a:t>
            </a:r>
            <a:endParaRPr sz="1400" dirty="0" err="1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 dirty="0">
              <a:latin typeface="Calibri"/>
              <a:cs typeface="Calibri"/>
            </a:endParaRPr>
          </a:p>
          <a:p>
            <a:pPr marL="22860" marR="2147570">
              <a:lnSpc>
                <a:spcPct val="100000"/>
              </a:lnSpc>
            </a:pPr>
            <a:r>
              <a:rPr sz="1400" dirty="0" err="1">
                <a:latin typeface="Calibri"/>
                <a:cs typeface="Calibri"/>
              </a:rPr>
              <a:t>Tranchée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avec </a:t>
            </a:r>
            <a:r>
              <a:rPr sz="1400" spc="-10" dirty="0" err="1">
                <a:latin typeface="Calibri"/>
                <a:cs typeface="Calibri"/>
              </a:rPr>
              <a:t>réfection</a:t>
            </a:r>
            <a:endParaRPr sz="1400" dirty="0" err="1">
              <a:latin typeface="Calibri"/>
              <a:cs typeface="Calibri"/>
            </a:endParaRPr>
          </a:p>
          <a:p>
            <a:pPr marL="22860" marR="2147570"/>
            <a:endParaRPr lang="en-US" sz="14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spc="-10" dirty="0" err="1">
                <a:latin typeface="Calibri"/>
                <a:cs typeface="Calibri"/>
              </a:rPr>
              <a:t>Cheminement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 err="1">
                <a:latin typeface="Calibri"/>
                <a:cs typeface="Calibri"/>
              </a:rPr>
              <a:t>existant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avec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 err="1">
                <a:latin typeface="Calibri"/>
                <a:cs typeface="Calibri"/>
              </a:rPr>
              <a:t>fourreaux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libres</a:t>
            </a:r>
            <a:endParaRPr sz="1400" dirty="0" err="1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 dirty="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Chambre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tirage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créer</a:t>
            </a:r>
            <a:endParaRPr sz="1400" dirty="0" err="1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400" dirty="0">
              <a:latin typeface="Calibri"/>
              <a:cs typeface="Calibri"/>
            </a:endParaRPr>
          </a:p>
          <a:p>
            <a:pPr marL="3556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Chambre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tirage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existante</a:t>
            </a:r>
            <a:endParaRPr sz="1400" dirty="0" err="1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400" dirty="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</a:pPr>
            <a:r>
              <a:rPr lang="fr-FR" sz="1400" dirty="0">
                <a:latin typeface="Calibri"/>
                <a:cs typeface="Calibri"/>
              </a:rPr>
              <a:t>Carottage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/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Pénétration</a:t>
            </a:r>
            <a:endParaRPr sz="1400" dirty="0" err="1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7427" y="2116835"/>
            <a:ext cx="281940" cy="203200"/>
            <a:chOff x="757427" y="2116835"/>
            <a:chExt cx="281940" cy="203200"/>
          </a:xfrm>
        </p:grpSpPr>
        <p:sp>
          <p:nvSpPr>
            <p:cNvPr id="19" name="object 19"/>
            <p:cNvSpPr/>
            <p:nvPr/>
          </p:nvSpPr>
          <p:spPr>
            <a:xfrm>
              <a:off x="763523" y="2122931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134873" y="0"/>
                  </a:moveTo>
                  <a:lnTo>
                    <a:pt x="89916" y="47625"/>
                  </a:lnTo>
                  <a:lnTo>
                    <a:pt x="0" y="47625"/>
                  </a:lnTo>
                  <a:lnTo>
                    <a:pt x="44957" y="95250"/>
                  </a:lnTo>
                  <a:lnTo>
                    <a:pt x="0" y="142875"/>
                  </a:lnTo>
                  <a:lnTo>
                    <a:pt x="89916" y="142875"/>
                  </a:lnTo>
                  <a:lnTo>
                    <a:pt x="134873" y="190500"/>
                  </a:lnTo>
                  <a:lnTo>
                    <a:pt x="179832" y="142875"/>
                  </a:lnTo>
                  <a:lnTo>
                    <a:pt x="269748" y="142875"/>
                  </a:lnTo>
                  <a:lnTo>
                    <a:pt x="224789" y="95250"/>
                  </a:lnTo>
                  <a:lnTo>
                    <a:pt x="269748" y="47625"/>
                  </a:lnTo>
                  <a:lnTo>
                    <a:pt x="179832" y="47625"/>
                  </a:lnTo>
                  <a:lnTo>
                    <a:pt x="134873" y="0"/>
                  </a:lnTo>
                  <a:close/>
                </a:path>
              </a:pathLst>
            </a:custGeom>
            <a:solidFill>
              <a:srgbClr val="76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3523" y="2122931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0" y="47625"/>
                  </a:moveTo>
                  <a:lnTo>
                    <a:pt x="89916" y="47625"/>
                  </a:lnTo>
                  <a:lnTo>
                    <a:pt x="134873" y="0"/>
                  </a:lnTo>
                  <a:lnTo>
                    <a:pt x="179832" y="47625"/>
                  </a:lnTo>
                  <a:lnTo>
                    <a:pt x="269748" y="47625"/>
                  </a:lnTo>
                  <a:lnTo>
                    <a:pt x="224789" y="95250"/>
                  </a:lnTo>
                  <a:lnTo>
                    <a:pt x="269748" y="142875"/>
                  </a:lnTo>
                  <a:lnTo>
                    <a:pt x="179832" y="142875"/>
                  </a:lnTo>
                  <a:lnTo>
                    <a:pt x="134873" y="190500"/>
                  </a:lnTo>
                  <a:lnTo>
                    <a:pt x="89916" y="142875"/>
                  </a:lnTo>
                  <a:lnTo>
                    <a:pt x="0" y="142875"/>
                  </a:lnTo>
                  <a:lnTo>
                    <a:pt x="44957" y="95250"/>
                  </a:lnTo>
                  <a:lnTo>
                    <a:pt x="0" y="47625"/>
                  </a:lnTo>
                  <a:close/>
                </a:path>
              </a:pathLst>
            </a:custGeom>
            <a:ln w="12192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00099" y="2336038"/>
            <a:ext cx="4984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Massif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68095" y="2462783"/>
            <a:ext cx="281940" cy="203200"/>
            <a:chOff x="768095" y="2462783"/>
            <a:chExt cx="281940" cy="203200"/>
          </a:xfrm>
        </p:grpSpPr>
        <p:sp>
          <p:nvSpPr>
            <p:cNvPr id="23" name="object 23"/>
            <p:cNvSpPr/>
            <p:nvPr/>
          </p:nvSpPr>
          <p:spPr>
            <a:xfrm>
              <a:off x="774191" y="2468879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134873" y="0"/>
                  </a:moveTo>
                  <a:lnTo>
                    <a:pt x="89916" y="47625"/>
                  </a:lnTo>
                  <a:lnTo>
                    <a:pt x="0" y="47625"/>
                  </a:lnTo>
                  <a:lnTo>
                    <a:pt x="44957" y="95250"/>
                  </a:lnTo>
                  <a:lnTo>
                    <a:pt x="0" y="142875"/>
                  </a:lnTo>
                  <a:lnTo>
                    <a:pt x="89916" y="142875"/>
                  </a:lnTo>
                  <a:lnTo>
                    <a:pt x="134873" y="190500"/>
                  </a:lnTo>
                  <a:lnTo>
                    <a:pt x="179832" y="142875"/>
                  </a:lnTo>
                  <a:lnTo>
                    <a:pt x="269748" y="142875"/>
                  </a:lnTo>
                  <a:lnTo>
                    <a:pt x="224789" y="95250"/>
                  </a:lnTo>
                  <a:lnTo>
                    <a:pt x="269748" y="47625"/>
                  </a:lnTo>
                  <a:lnTo>
                    <a:pt x="179832" y="47625"/>
                  </a:lnTo>
                  <a:lnTo>
                    <a:pt x="134873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4191" y="2468879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0" y="47625"/>
                  </a:moveTo>
                  <a:lnTo>
                    <a:pt x="89916" y="47625"/>
                  </a:lnTo>
                  <a:lnTo>
                    <a:pt x="134873" y="0"/>
                  </a:lnTo>
                  <a:lnTo>
                    <a:pt x="179832" y="47625"/>
                  </a:lnTo>
                  <a:lnTo>
                    <a:pt x="269748" y="47625"/>
                  </a:lnTo>
                  <a:lnTo>
                    <a:pt x="224789" y="95250"/>
                  </a:lnTo>
                  <a:lnTo>
                    <a:pt x="269748" y="142875"/>
                  </a:lnTo>
                  <a:lnTo>
                    <a:pt x="179832" y="142875"/>
                  </a:lnTo>
                  <a:lnTo>
                    <a:pt x="134873" y="190500"/>
                  </a:lnTo>
                  <a:lnTo>
                    <a:pt x="89916" y="142875"/>
                  </a:lnTo>
                  <a:lnTo>
                    <a:pt x="0" y="142875"/>
                  </a:lnTo>
                  <a:lnTo>
                    <a:pt x="44957" y="95250"/>
                  </a:lnTo>
                  <a:lnTo>
                    <a:pt x="0" y="47625"/>
                  </a:lnTo>
                  <a:close/>
                </a:path>
              </a:pathLst>
            </a:custGeom>
            <a:ln w="12192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E477986E-FE7A-1C0D-AA12-0C2006256975}"/>
              </a:ext>
            </a:extLst>
          </p:cNvPr>
          <p:cNvGrpSpPr/>
          <p:nvPr/>
        </p:nvGrpSpPr>
        <p:grpSpPr>
          <a:xfrm>
            <a:off x="754595" y="2746248"/>
            <a:ext cx="312420" cy="387096"/>
            <a:chOff x="754595" y="2746248"/>
            <a:chExt cx="312420" cy="387096"/>
          </a:xfrm>
        </p:grpSpPr>
        <p:sp>
          <p:nvSpPr>
            <p:cNvPr id="26" name="object 26"/>
            <p:cNvSpPr/>
            <p:nvPr/>
          </p:nvSpPr>
          <p:spPr>
            <a:xfrm>
              <a:off x="754595" y="2849911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solidFill>
              <a:srgbClr val="D99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4595" y="2849911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335" y="2746248"/>
              <a:ext cx="227076" cy="387096"/>
            </a:xfrm>
            <a:prstGeom prst="rect">
              <a:avLst/>
            </a:prstGeom>
          </p:spPr>
        </p:pic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ACAE833E-F789-D7CE-4E08-71CAC064F329}"/>
              </a:ext>
            </a:extLst>
          </p:cNvPr>
          <p:cNvGrpSpPr/>
          <p:nvPr/>
        </p:nvGrpSpPr>
        <p:grpSpPr>
          <a:xfrm>
            <a:off x="754595" y="3177540"/>
            <a:ext cx="312420" cy="387096"/>
            <a:chOff x="754595" y="3177540"/>
            <a:chExt cx="312420" cy="387096"/>
          </a:xfrm>
        </p:grpSpPr>
        <p:sp>
          <p:nvSpPr>
            <p:cNvPr id="29" name="object 29"/>
            <p:cNvSpPr/>
            <p:nvPr/>
          </p:nvSpPr>
          <p:spPr>
            <a:xfrm>
              <a:off x="754595" y="3275107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4595" y="3275107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907" y="3177540"/>
              <a:ext cx="227076" cy="38709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00099" y="2458593"/>
            <a:ext cx="1955164" cy="610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224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Borne murale</a:t>
            </a:r>
            <a:endParaRPr sz="1400">
              <a:latin typeface="Calibri"/>
              <a:cs typeface="Calibri"/>
            </a:endParaRPr>
          </a:p>
          <a:p>
            <a:pPr marL="22225">
              <a:lnSpc>
                <a:spcPts val="1235"/>
              </a:lnSpc>
            </a:pPr>
            <a:r>
              <a:rPr sz="1400" dirty="0">
                <a:latin typeface="Calibri"/>
                <a:cs typeface="Calibri"/>
              </a:rPr>
              <a:t>Point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charge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3,7kVA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AC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51331" y="4942332"/>
            <a:ext cx="304800" cy="189230"/>
            <a:chOff x="751331" y="4942332"/>
            <a:chExt cx="304800" cy="189230"/>
          </a:xfrm>
        </p:grpSpPr>
        <p:sp>
          <p:nvSpPr>
            <p:cNvPr id="34" name="object 34"/>
            <p:cNvSpPr/>
            <p:nvPr/>
          </p:nvSpPr>
          <p:spPr>
            <a:xfrm>
              <a:off x="764285" y="4955286"/>
              <a:ext cx="279400" cy="163195"/>
            </a:xfrm>
            <a:custGeom>
              <a:avLst/>
              <a:gdLst/>
              <a:ahLst/>
              <a:cxnLst/>
              <a:rect l="l" t="t" r="r" b="b"/>
              <a:pathLst>
                <a:path w="279400" h="163195">
                  <a:moveTo>
                    <a:pt x="278892" y="0"/>
                  </a:moveTo>
                  <a:lnTo>
                    <a:pt x="0" y="0"/>
                  </a:lnTo>
                  <a:lnTo>
                    <a:pt x="0" y="163068"/>
                  </a:lnTo>
                  <a:lnTo>
                    <a:pt x="278892" y="163068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4285" y="4955286"/>
              <a:ext cx="279400" cy="163195"/>
            </a:xfrm>
            <a:custGeom>
              <a:avLst/>
              <a:gdLst/>
              <a:ahLst/>
              <a:cxnLst/>
              <a:rect l="l" t="t" r="r" b="b"/>
              <a:pathLst>
                <a:path w="279400" h="163195">
                  <a:moveTo>
                    <a:pt x="34861" y="0"/>
                  </a:moveTo>
                  <a:lnTo>
                    <a:pt x="34861" y="163068"/>
                  </a:lnTo>
                </a:path>
                <a:path w="279400" h="163195">
                  <a:moveTo>
                    <a:pt x="244030" y="0"/>
                  </a:moveTo>
                  <a:lnTo>
                    <a:pt x="244030" y="163068"/>
                  </a:lnTo>
                </a:path>
                <a:path w="279400" h="163195">
                  <a:moveTo>
                    <a:pt x="0" y="163068"/>
                  </a:moveTo>
                  <a:lnTo>
                    <a:pt x="278892" y="163068"/>
                  </a:lnTo>
                  <a:lnTo>
                    <a:pt x="278892" y="0"/>
                  </a:lnTo>
                  <a:lnTo>
                    <a:pt x="0" y="0"/>
                  </a:lnTo>
                  <a:lnTo>
                    <a:pt x="0" y="163068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746759" y="5326379"/>
            <a:ext cx="306705" cy="187960"/>
            <a:chOff x="746759" y="5326379"/>
            <a:chExt cx="306705" cy="187960"/>
          </a:xfrm>
        </p:grpSpPr>
        <p:sp>
          <p:nvSpPr>
            <p:cNvPr id="37" name="object 37"/>
            <p:cNvSpPr/>
            <p:nvPr/>
          </p:nvSpPr>
          <p:spPr>
            <a:xfrm>
              <a:off x="759713" y="5339333"/>
              <a:ext cx="280670" cy="161925"/>
            </a:xfrm>
            <a:custGeom>
              <a:avLst/>
              <a:gdLst/>
              <a:ahLst/>
              <a:cxnLst/>
              <a:rect l="l" t="t" r="r" b="b"/>
              <a:pathLst>
                <a:path w="280669" h="161925">
                  <a:moveTo>
                    <a:pt x="280416" y="0"/>
                  </a:moveTo>
                  <a:lnTo>
                    <a:pt x="0" y="0"/>
                  </a:lnTo>
                  <a:lnTo>
                    <a:pt x="0" y="161543"/>
                  </a:lnTo>
                  <a:lnTo>
                    <a:pt x="280416" y="161543"/>
                  </a:lnTo>
                  <a:lnTo>
                    <a:pt x="280416" y="0"/>
                  </a:lnTo>
                  <a:close/>
                </a:path>
              </a:pathLst>
            </a:custGeom>
            <a:solidFill>
              <a:srgbClr val="B19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9713" y="5339333"/>
              <a:ext cx="280670" cy="161925"/>
            </a:xfrm>
            <a:custGeom>
              <a:avLst/>
              <a:gdLst/>
              <a:ahLst/>
              <a:cxnLst/>
              <a:rect l="l" t="t" r="r" b="b"/>
              <a:pathLst>
                <a:path w="280669" h="161925">
                  <a:moveTo>
                    <a:pt x="35051" y="0"/>
                  </a:moveTo>
                  <a:lnTo>
                    <a:pt x="35051" y="161543"/>
                  </a:lnTo>
                </a:path>
                <a:path w="280669" h="161925">
                  <a:moveTo>
                    <a:pt x="245364" y="0"/>
                  </a:moveTo>
                  <a:lnTo>
                    <a:pt x="245364" y="161543"/>
                  </a:lnTo>
                </a:path>
                <a:path w="280669" h="161925">
                  <a:moveTo>
                    <a:pt x="0" y="161543"/>
                  </a:moveTo>
                  <a:lnTo>
                    <a:pt x="280416" y="161543"/>
                  </a:lnTo>
                  <a:lnTo>
                    <a:pt x="280416" y="0"/>
                  </a:lnTo>
                  <a:lnTo>
                    <a:pt x="0" y="0"/>
                  </a:lnTo>
                  <a:lnTo>
                    <a:pt x="0" y="161543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758951" y="5693664"/>
            <a:ext cx="288290" cy="187960"/>
            <a:chOff x="758951" y="5693664"/>
            <a:chExt cx="288290" cy="187960"/>
          </a:xfrm>
        </p:grpSpPr>
        <p:sp>
          <p:nvSpPr>
            <p:cNvPr id="40" name="object 40"/>
            <p:cNvSpPr/>
            <p:nvPr/>
          </p:nvSpPr>
          <p:spPr>
            <a:xfrm>
              <a:off x="763523" y="5698236"/>
              <a:ext cx="279400" cy="178435"/>
            </a:xfrm>
            <a:custGeom>
              <a:avLst/>
              <a:gdLst/>
              <a:ahLst/>
              <a:cxnLst/>
              <a:rect l="l" t="t" r="r" b="b"/>
              <a:pathLst>
                <a:path w="279400" h="178435">
                  <a:moveTo>
                    <a:pt x="139445" y="0"/>
                  </a:moveTo>
                  <a:lnTo>
                    <a:pt x="114795" y="73393"/>
                  </a:lnTo>
                  <a:lnTo>
                    <a:pt x="0" y="89153"/>
                  </a:lnTo>
                  <a:lnTo>
                    <a:pt x="114795" y="104914"/>
                  </a:lnTo>
                  <a:lnTo>
                    <a:pt x="139445" y="178307"/>
                  </a:lnTo>
                  <a:lnTo>
                    <a:pt x="164096" y="104914"/>
                  </a:lnTo>
                  <a:lnTo>
                    <a:pt x="278892" y="89153"/>
                  </a:lnTo>
                  <a:lnTo>
                    <a:pt x="164096" y="73393"/>
                  </a:lnTo>
                  <a:lnTo>
                    <a:pt x="1394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3523" y="5698236"/>
              <a:ext cx="279400" cy="178435"/>
            </a:xfrm>
            <a:custGeom>
              <a:avLst/>
              <a:gdLst/>
              <a:ahLst/>
              <a:cxnLst/>
              <a:rect l="l" t="t" r="r" b="b"/>
              <a:pathLst>
                <a:path w="279400" h="178435">
                  <a:moveTo>
                    <a:pt x="0" y="89153"/>
                  </a:moveTo>
                  <a:lnTo>
                    <a:pt x="114795" y="73393"/>
                  </a:lnTo>
                  <a:lnTo>
                    <a:pt x="139445" y="0"/>
                  </a:lnTo>
                  <a:lnTo>
                    <a:pt x="164096" y="73393"/>
                  </a:lnTo>
                  <a:lnTo>
                    <a:pt x="278892" y="89153"/>
                  </a:lnTo>
                  <a:lnTo>
                    <a:pt x="164096" y="104914"/>
                  </a:lnTo>
                  <a:lnTo>
                    <a:pt x="139445" y="178307"/>
                  </a:lnTo>
                  <a:lnTo>
                    <a:pt x="114795" y="104914"/>
                  </a:lnTo>
                  <a:lnTo>
                    <a:pt x="0" y="89153"/>
                  </a:lnTo>
                  <a:close/>
                </a:path>
              </a:pathLst>
            </a:custGeom>
            <a:ln w="9144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762000" y="1767839"/>
            <a:ext cx="304800" cy="187960"/>
            <a:chOff x="762000" y="1767839"/>
            <a:chExt cx="304800" cy="187960"/>
          </a:xfrm>
        </p:grpSpPr>
        <p:sp>
          <p:nvSpPr>
            <p:cNvPr id="46" name="object 46"/>
            <p:cNvSpPr/>
            <p:nvPr/>
          </p:nvSpPr>
          <p:spPr>
            <a:xfrm>
              <a:off x="774953" y="1780793"/>
              <a:ext cx="279400" cy="161925"/>
            </a:xfrm>
            <a:custGeom>
              <a:avLst/>
              <a:gdLst/>
              <a:ahLst/>
              <a:cxnLst/>
              <a:rect l="l" t="t" r="r" b="b"/>
              <a:pathLst>
                <a:path w="279400" h="161925">
                  <a:moveTo>
                    <a:pt x="278892" y="0"/>
                  </a:moveTo>
                  <a:lnTo>
                    <a:pt x="0" y="0"/>
                  </a:lnTo>
                  <a:lnTo>
                    <a:pt x="0" y="161544"/>
                  </a:lnTo>
                  <a:lnTo>
                    <a:pt x="278892" y="161544"/>
                  </a:lnTo>
                  <a:lnTo>
                    <a:pt x="27889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74953" y="1780793"/>
              <a:ext cx="279400" cy="161925"/>
            </a:xfrm>
            <a:custGeom>
              <a:avLst/>
              <a:gdLst/>
              <a:ahLst/>
              <a:cxnLst/>
              <a:rect l="l" t="t" r="r" b="b"/>
              <a:pathLst>
                <a:path w="279400" h="161925">
                  <a:moveTo>
                    <a:pt x="34861" y="0"/>
                  </a:moveTo>
                  <a:lnTo>
                    <a:pt x="34861" y="161544"/>
                  </a:lnTo>
                </a:path>
                <a:path w="279400" h="161925">
                  <a:moveTo>
                    <a:pt x="244030" y="0"/>
                  </a:moveTo>
                  <a:lnTo>
                    <a:pt x="244030" y="161544"/>
                  </a:lnTo>
                </a:path>
                <a:path w="279400" h="161925">
                  <a:moveTo>
                    <a:pt x="0" y="161544"/>
                  </a:moveTo>
                  <a:lnTo>
                    <a:pt x="278892" y="161544"/>
                  </a:lnTo>
                  <a:lnTo>
                    <a:pt x="278892" y="0"/>
                  </a:lnTo>
                  <a:lnTo>
                    <a:pt x="0" y="0"/>
                  </a:lnTo>
                  <a:lnTo>
                    <a:pt x="0" y="161544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66572" y="1360932"/>
            <a:ext cx="306705" cy="187960"/>
            <a:chOff x="766572" y="1360932"/>
            <a:chExt cx="306705" cy="187960"/>
          </a:xfrm>
        </p:grpSpPr>
        <p:sp>
          <p:nvSpPr>
            <p:cNvPr id="49" name="object 49"/>
            <p:cNvSpPr/>
            <p:nvPr/>
          </p:nvSpPr>
          <p:spPr>
            <a:xfrm>
              <a:off x="779526" y="1373886"/>
              <a:ext cx="280670" cy="161925"/>
            </a:xfrm>
            <a:custGeom>
              <a:avLst/>
              <a:gdLst/>
              <a:ahLst/>
              <a:cxnLst/>
              <a:rect l="l" t="t" r="r" b="b"/>
              <a:pathLst>
                <a:path w="280669" h="161925">
                  <a:moveTo>
                    <a:pt x="280416" y="0"/>
                  </a:moveTo>
                  <a:lnTo>
                    <a:pt x="0" y="0"/>
                  </a:lnTo>
                  <a:lnTo>
                    <a:pt x="0" y="161544"/>
                  </a:lnTo>
                  <a:lnTo>
                    <a:pt x="280416" y="161544"/>
                  </a:lnTo>
                  <a:lnTo>
                    <a:pt x="2804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79526" y="1373886"/>
              <a:ext cx="280670" cy="161925"/>
            </a:xfrm>
            <a:custGeom>
              <a:avLst/>
              <a:gdLst/>
              <a:ahLst/>
              <a:cxnLst/>
              <a:rect l="l" t="t" r="r" b="b"/>
              <a:pathLst>
                <a:path w="280669" h="161925">
                  <a:moveTo>
                    <a:pt x="35051" y="0"/>
                  </a:moveTo>
                  <a:lnTo>
                    <a:pt x="35051" y="161544"/>
                  </a:lnTo>
                </a:path>
                <a:path w="280669" h="161925">
                  <a:moveTo>
                    <a:pt x="245364" y="0"/>
                  </a:moveTo>
                  <a:lnTo>
                    <a:pt x="245364" y="161544"/>
                  </a:lnTo>
                </a:path>
                <a:path w="280669" h="161925">
                  <a:moveTo>
                    <a:pt x="0" y="161544"/>
                  </a:moveTo>
                  <a:lnTo>
                    <a:pt x="280416" y="161544"/>
                  </a:lnTo>
                  <a:lnTo>
                    <a:pt x="280416" y="0"/>
                  </a:lnTo>
                  <a:lnTo>
                    <a:pt x="0" y="0"/>
                  </a:lnTo>
                  <a:lnTo>
                    <a:pt x="0" y="161544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208AA86-4936-CFDD-2834-89CDFABF583D}"/>
              </a:ext>
            </a:extLst>
          </p:cNvPr>
          <p:cNvGrpSpPr/>
          <p:nvPr/>
        </p:nvGrpSpPr>
        <p:grpSpPr>
          <a:xfrm>
            <a:off x="754595" y="3610355"/>
            <a:ext cx="312420" cy="387095"/>
            <a:chOff x="754595" y="3610355"/>
            <a:chExt cx="312420" cy="387095"/>
          </a:xfrm>
        </p:grpSpPr>
        <p:sp>
          <p:nvSpPr>
            <p:cNvPr id="52" name="object 52"/>
            <p:cNvSpPr/>
            <p:nvPr/>
          </p:nvSpPr>
          <p:spPr>
            <a:xfrm>
              <a:off x="754595" y="3714019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solidFill>
              <a:srgbClr val="B19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54595" y="3714019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336" y="3610355"/>
              <a:ext cx="227076" cy="387095"/>
            </a:xfrm>
            <a:prstGeom prst="rect">
              <a:avLst/>
            </a:prstGeom>
          </p:spPr>
        </p:pic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CCD20247-F320-7B30-CE86-5903E3F3F13A}"/>
              </a:ext>
            </a:extLst>
          </p:cNvPr>
          <p:cNvGrpSpPr/>
          <p:nvPr/>
        </p:nvGrpSpPr>
        <p:grpSpPr>
          <a:xfrm>
            <a:off x="751547" y="4410455"/>
            <a:ext cx="312420" cy="387095"/>
            <a:chOff x="751547" y="4410455"/>
            <a:chExt cx="312420" cy="387095"/>
          </a:xfrm>
        </p:grpSpPr>
        <p:sp>
          <p:nvSpPr>
            <p:cNvPr id="55" name="object 55"/>
            <p:cNvSpPr/>
            <p:nvPr/>
          </p:nvSpPr>
          <p:spPr>
            <a:xfrm>
              <a:off x="751547" y="4514119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1547" y="4514119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288" y="4410455"/>
              <a:ext cx="227075" cy="387095"/>
            </a:xfrm>
            <a:prstGeom prst="rect">
              <a:avLst/>
            </a:prstGeom>
          </p:spPr>
        </p:pic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E25F271C-4340-92C7-8D91-431F746FE1B2}"/>
              </a:ext>
            </a:extLst>
          </p:cNvPr>
          <p:cNvGrpSpPr/>
          <p:nvPr/>
        </p:nvGrpSpPr>
        <p:grpSpPr>
          <a:xfrm>
            <a:off x="757643" y="4005071"/>
            <a:ext cx="312420" cy="387095"/>
            <a:chOff x="757643" y="4005071"/>
            <a:chExt cx="312420" cy="387095"/>
          </a:xfrm>
        </p:grpSpPr>
        <p:sp>
          <p:nvSpPr>
            <p:cNvPr id="58" name="object 58"/>
            <p:cNvSpPr/>
            <p:nvPr/>
          </p:nvSpPr>
          <p:spPr>
            <a:xfrm>
              <a:off x="757643" y="4108735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7643" y="4108735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84" y="4005071"/>
              <a:ext cx="227075" cy="387095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300099" y="929766"/>
            <a:ext cx="1176020" cy="1432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TGBT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>
              <a:latin typeface="Calibri"/>
              <a:cs typeface="Calibri"/>
            </a:endParaRPr>
          </a:p>
          <a:p>
            <a:pPr marL="46990">
              <a:lnSpc>
                <a:spcPts val="1630"/>
              </a:lnSpc>
            </a:pPr>
            <a:r>
              <a:rPr sz="1400" spc="-25" dirty="0">
                <a:latin typeface="Calibri"/>
                <a:cs typeface="Calibri"/>
              </a:rPr>
              <a:t>PDL</a:t>
            </a:r>
            <a:endParaRPr sz="1400">
              <a:latin typeface="Calibri"/>
              <a:cs typeface="Calibri"/>
            </a:endParaRPr>
          </a:p>
          <a:p>
            <a:pPr marL="33020">
              <a:lnSpc>
                <a:spcPts val="1630"/>
              </a:lnSpc>
            </a:pPr>
            <a:r>
              <a:rPr sz="1400" spc="-10" dirty="0">
                <a:latin typeface="Calibri"/>
                <a:cs typeface="Calibri"/>
              </a:rPr>
              <a:t>Nouveau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PDL</a:t>
            </a:r>
            <a:endParaRPr sz="1400">
              <a:latin typeface="Calibri"/>
              <a:cs typeface="Calibri"/>
            </a:endParaRPr>
          </a:p>
          <a:p>
            <a:pPr marL="12700" marR="5080" indent="1270">
              <a:lnSpc>
                <a:spcPct val="177100"/>
              </a:lnSpc>
              <a:spcBef>
                <a:spcPts val="180"/>
              </a:spcBef>
            </a:pPr>
            <a:r>
              <a:rPr sz="1400" dirty="0">
                <a:latin typeface="Calibri"/>
                <a:cs typeface="Calibri"/>
              </a:rPr>
              <a:t>Coffret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IRVE </a:t>
            </a:r>
            <a:r>
              <a:rPr sz="1400" dirty="0">
                <a:latin typeface="Calibri"/>
                <a:cs typeface="Calibri"/>
              </a:rPr>
              <a:t>Borne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Pied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62" name="object 62"/>
          <p:cNvSpPr txBox="1"/>
          <p:nvPr/>
        </p:nvSpPr>
        <p:spPr>
          <a:xfrm>
            <a:off x="1306830" y="3271773"/>
            <a:ext cx="1948814" cy="2883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Point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charge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7,4kVA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AC</a:t>
            </a:r>
            <a:endParaRPr sz="1400">
              <a:latin typeface="Calibri"/>
              <a:cs typeface="Calibri"/>
            </a:endParaRPr>
          </a:p>
          <a:p>
            <a:pPr marL="12700" marR="46355" indent="3175" algn="just">
              <a:lnSpc>
                <a:spcPct val="187600"/>
              </a:lnSpc>
              <a:spcBef>
                <a:spcPts val="250"/>
              </a:spcBef>
            </a:pPr>
            <a:r>
              <a:rPr sz="1400" dirty="0">
                <a:latin typeface="Calibri"/>
                <a:cs typeface="Calibri"/>
              </a:rPr>
              <a:t>Point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charge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11kVA</a:t>
            </a:r>
            <a:r>
              <a:rPr sz="1400" spc="-25" dirty="0">
                <a:latin typeface="Calibri"/>
                <a:cs typeface="Calibri"/>
              </a:rPr>
              <a:t> AC </a:t>
            </a:r>
            <a:r>
              <a:rPr sz="1400" dirty="0">
                <a:latin typeface="Calibri"/>
                <a:cs typeface="Calibri"/>
              </a:rPr>
              <a:t>Point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charge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22kVA</a:t>
            </a:r>
            <a:r>
              <a:rPr sz="1400" spc="-25" dirty="0">
                <a:latin typeface="Calibri"/>
                <a:cs typeface="Calibri"/>
              </a:rPr>
              <a:t> AC </a:t>
            </a:r>
            <a:r>
              <a:rPr sz="1400" dirty="0">
                <a:latin typeface="Calibri"/>
                <a:cs typeface="Calibri"/>
              </a:rPr>
              <a:t>Point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charge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ts val="1670"/>
              </a:lnSpc>
            </a:pPr>
            <a:r>
              <a:rPr sz="1400" dirty="0">
                <a:latin typeface="Calibri"/>
                <a:cs typeface="Calibri"/>
              </a:rPr>
              <a:t>50kVA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DC</a:t>
            </a:r>
            <a:endParaRPr sz="1400">
              <a:latin typeface="Calibri"/>
              <a:cs typeface="Calibri"/>
            </a:endParaRPr>
          </a:p>
          <a:p>
            <a:pPr marL="17145" marR="1413510">
              <a:lnSpc>
                <a:spcPts val="1680"/>
              </a:lnSpc>
              <a:spcBef>
                <a:spcPts val="45"/>
              </a:spcBef>
            </a:pPr>
            <a:r>
              <a:rPr sz="1400" spc="-10" dirty="0">
                <a:latin typeface="Calibri"/>
                <a:cs typeface="Calibri"/>
              </a:rPr>
              <a:t>Coffret </a:t>
            </a:r>
            <a:r>
              <a:rPr sz="1400" spc="-25" dirty="0">
                <a:latin typeface="Calibri"/>
                <a:cs typeface="Calibri"/>
              </a:rPr>
              <a:t>CFA</a:t>
            </a:r>
            <a:endParaRPr sz="1400">
              <a:latin typeface="Calibri"/>
              <a:cs typeface="Calibri"/>
            </a:endParaRPr>
          </a:p>
          <a:p>
            <a:pPr marL="17145">
              <a:lnSpc>
                <a:spcPts val="1100"/>
              </a:lnSpc>
            </a:pPr>
            <a:r>
              <a:rPr sz="1400" dirty="0">
                <a:latin typeface="Calibri"/>
                <a:cs typeface="Calibri"/>
              </a:rPr>
              <a:t>Coffret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modem</a:t>
            </a:r>
            <a:endParaRPr sz="1400">
              <a:latin typeface="Calibri"/>
              <a:cs typeface="Calibri"/>
            </a:endParaRPr>
          </a:p>
          <a:p>
            <a:pPr marL="17145">
              <a:lnSpc>
                <a:spcPts val="1630"/>
              </a:lnSpc>
            </a:pPr>
            <a:r>
              <a:rPr sz="1400" spc="-10" dirty="0">
                <a:latin typeface="Calibri"/>
                <a:cs typeface="Calibri"/>
              </a:rPr>
              <a:t>déporté</a:t>
            </a:r>
            <a:endParaRPr sz="1400">
              <a:latin typeface="Calibri"/>
              <a:cs typeface="Calibri"/>
            </a:endParaRPr>
          </a:p>
          <a:p>
            <a:pPr marL="17780" marR="785495">
              <a:lnSpc>
                <a:spcPts val="168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Arrêt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d’urgence déporté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60E18E0-BD1F-7A4F-1A5F-DFD240503B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00"/>
          <a:stretch>
            <a:fillRect/>
          </a:stretch>
        </p:blipFill>
        <p:spPr>
          <a:xfrm>
            <a:off x="812184" y="932212"/>
            <a:ext cx="219456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AC3FAA1-0A5B-141B-8933-95F75947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3" t="21751" r="18610" b="14317"/>
          <a:stretch>
            <a:fillRect/>
          </a:stretch>
        </p:blipFill>
        <p:spPr>
          <a:xfrm>
            <a:off x="835660" y="716547"/>
            <a:ext cx="7086600" cy="5346032"/>
          </a:xfrm>
          <a:prstGeom prst="rect">
            <a:avLst/>
          </a:prstGeom>
        </p:spPr>
      </p:pic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0A90E506-1677-2CB5-38AB-25432C637E03}"/>
              </a:ext>
            </a:extLst>
          </p:cNvPr>
          <p:cNvSpPr/>
          <p:nvPr/>
        </p:nvSpPr>
        <p:spPr>
          <a:xfrm>
            <a:off x="2761307" y="3992578"/>
            <a:ext cx="380245" cy="325925"/>
          </a:xfrm>
          <a:custGeom>
            <a:avLst/>
            <a:gdLst>
              <a:gd name="connsiteX0" fmla="*/ 380245 w 380245"/>
              <a:gd name="connsiteY0" fmla="*/ 0 h 325925"/>
              <a:gd name="connsiteX1" fmla="*/ 0 w 380245"/>
              <a:gd name="connsiteY1" fmla="*/ 325925 h 32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0245" h="325925">
                <a:moveTo>
                  <a:pt x="380245" y="0"/>
                </a:moveTo>
                <a:lnTo>
                  <a:pt x="0" y="325925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2BD15A-7300-8150-CF62-B5BB0672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204673"/>
            <a:ext cx="7622540" cy="369332"/>
          </a:xfrm>
        </p:spPr>
        <p:txBody>
          <a:bodyPr/>
          <a:lstStyle/>
          <a:p>
            <a:r>
              <a:rPr lang="fr-FR" dirty="0"/>
              <a:t>Plan d’ensemble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F4B4DBE-8514-AA26-6346-5B662D5E4341}"/>
              </a:ext>
            </a:extLst>
          </p:cNvPr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AF6D9E76-311E-0225-6695-29AA9BBE11B5}"/>
              </a:ext>
            </a:extLst>
          </p:cNvPr>
          <p:cNvSpPr/>
          <p:nvPr/>
        </p:nvSpPr>
        <p:spPr>
          <a:xfrm>
            <a:off x="3210294" y="3414428"/>
            <a:ext cx="1616242" cy="559468"/>
          </a:xfrm>
          <a:custGeom>
            <a:avLst/>
            <a:gdLst>
              <a:gd name="connsiteX0" fmla="*/ 0 w 1264920"/>
              <a:gd name="connsiteY0" fmla="*/ 518160 h 518160"/>
              <a:gd name="connsiteX1" fmla="*/ 274320 w 1264920"/>
              <a:gd name="connsiteY1" fmla="*/ 342900 h 518160"/>
              <a:gd name="connsiteX2" fmla="*/ 1264920 w 1264920"/>
              <a:gd name="connsiteY2" fmla="*/ 0 h 518160"/>
              <a:gd name="connsiteX0" fmla="*/ 0 w 990600"/>
              <a:gd name="connsiteY0" fmla="*/ 342900 h 342900"/>
              <a:gd name="connsiteX1" fmla="*/ 990600 w 990600"/>
              <a:gd name="connsiteY1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342900">
                <a:moveTo>
                  <a:pt x="0" y="342900"/>
                </a:moveTo>
                <a:lnTo>
                  <a:pt x="990600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object 22">
            <a:extLst>
              <a:ext uri="{FF2B5EF4-FFF2-40B4-BE49-F238E27FC236}">
                <a16:creationId xmlns:a16="http://schemas.microsoft.com/office/drawing/2014/main" id="{A5EB8345-453A-C7C2-1353-FF85FB4CD4B0}"/>
              </a:ext>
            </a:extLst>
          </p:cNvPr>
          <p:cNvGrpSpPr/>
          <p:nvPr/>
        </p:nvGrpSpPr>
        <p:grpSpPr>
          <a:xfrm>
            <a:off x="2536442" y="4138006"/>
            <a:ext cx="460007" cy="331537"/>
            <a:chOff x="768095" y="2462783"/>
            <a:chExt cx="281940" cy="203200"/>
          </a:xfrm>
        </p:grpSpPr>
        <p:sp>
          <p:nvSpPr>
            <p:cNvPr id="9" name="object 23">
              <a:extLst>
                <a:ext uri="{FF2B5EF4-FFF2-40B4-BE49-F238E27FC236}">
                  <a16:creationId xmlns:a16="http://schemas.microsoft.com/office/drawing/2014/main" id="{807CCDE2-0DA9-FF78-513A-60200F75D134}"/>
                </a:ext>
              </a:extLst>
            </p:cNvPr>
            <p:cNvSpPr/>
            <p:nvPr/>
          </p:nvSpPr>
          <p:spPr>
            <a:xfrm>
              <a:off x="774191" y="2468879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134873" y="0"/>
                  </a:moveTo>
                  <a:lnTo>
                    <a:pt x="89916" y="47625"/>
                  </a:lnTo>
                  <a:lnTo>
                    <a:pt x="0" y="47625"/>
                  </a:lnTo>
                  <a:lnTo>
                    <a:pt x="44957" y="95250"/>
                  </a:lnTo>
                  <a:lnTo>
                    <a:pt x="0" y="142875"/>
                  </a:lnTo>
                  <a:lnTo>
                    <a:pt x="89916" y="142875"/>
                  </a:lnTo>
                  <a:lnTo>
                    <a:pt x="134873" y="190500"/>
                  </a:lnTo>
                  <a:lnTo>
                    <a:pt x="179832" y="142875"/>
                  </a:lnTo>
                  <a:lnTo>
                    <a:pt x="269748" y="142875"/>
                  </a:lnTo>
                  <a:lnTo>
                    <a:pt x="224789" y="95250"/>
                  </a:lnTo>
                  <a:lnTo>
                    <a:pt x="269748" y="47625"/>
                  </a:lnTo>
                  <a:lnTo>
                    <a:pt x="179832" y="47625"/>
                  </a:lnTo>
                  <a:lnTo>
                    <a:pt x="134873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24">
              <a:extLst>
                <a:ext uri="{FF2B5EF4-FFF2-40B4-BE49-F238E27FC236}">
                  <a16:creationId xmlns:a16="http://schemas.microsoft.com/office/drawing/2014/main" id="{DC119818-661A-A718-9629-67BC10AFC296}"/>
                </a:ext>
              </a:extLst>
            </p:cNvPr>
            <p:cNvSpPr/>
            <p:nvPr/>
          </p:nvSpPr>
          <p:spPr>
            <a:xfrm>
              <a:off x="774191" y="2468879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0" y="47625"/>
                  </a:moveTo>
                  <a:lnTo>
                    <a:pt x="89916" y="47625"/>
                  </a:lnTo>
                  <a:lnTo>
                    <a:pt x="134873" y="0"/>
                  </a:lnTo>
                  <a:lnTo>
                    <a:pt x="179832" y="47625"/>
                  </a:lnTo>
                  <a:lnTo>
                    <a:pt x="269748" y="47625"/>
                  </a:lnTo>
                  <a:lnTo>
                    <a:pt x="224789" y="95250"/>
                  </a:lnTo>
                  <a:lnTo>
                    <a:pt x="269748" y="142875"/>
                  </a:lnTo>
                  <a:lnTo>
                    <a:pt x="179832" y="142875"/>
                  </a:lnTo>
                  <a:lnTo>
                    <a:pt x="134873" y="190500"/>
                  </a:lnTo>
                  <a:lnTo>
                    <a:pt x="89916" y="142875"/>
                  </a:lnTo>
                  <a:lnTo>
                    <a:pt x="0" y="142875"/>
                  </a:lnTo>
                  <a:lnTo>
                    <a:pt x="44957" y="95250"/>
                  </a:lnTo>
                  <a:lnTo>
                    <a:pt x="0" y="47625"/>
                  </a:lnTo>
                  <a:close/>
                </a:path>
              </a:pathLst>
            </a:custGeom>
            <a:ln w="12192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8">
            <a:extLst>
              <a:ext uri="{FF2B5EF4-FFF2-40B4-BE49-F238E27FC236}">
                <a16:creationId xmlns:a16="http://schemas.microsoft.com/office/drawing/2014/main" id="{226A7DEF-5D80-E74B-50C5-7F92D2081F08}"/>
              </a:ext>
            </a:extLst>
          </p:cNvPr>
          <p:cNvGrpSpPr/>
          <p:nvPr/>
        </p:nvGrpSpPr>
        <p:grpSpPr>
          <a:xfrm rot="20156287">
            <a:off x="3043697" y="3953695"/>
            <a:ext cx="179565" cy="144529"/>
            <a:chOff x="4331208" y="2578607"/>
            <a:chExt cx="390525" cy="314325"/>
          </a:xfrm>
        </p:grpSpPr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31104D00-F0C5-4641-6349-01542035E1C8}"/>
                </a:ext>
              </a:extLst>
            </p:cNvPr>
            <p:cNvSpPr/>
            <p:nvPr/>
          </p:nvSpPr>
          <p:spPr>
            <a:xfrm>
              <a:off x="4344162" y="2591561"/>
              <a:ext cx="364490" cy="288290"/>
            </a:xfrm>
            <a:custGeom>
              <a:avLst/>
              <a:gdLst/>
              <a:ahLst/>
              <a:cxnLst/>
              <a:rect l="l" t="t" r="r" b="b"/>
              <a:pathLst>
                <a:path w="364489" h="288289">
                  <a:moveTo>
                    <a:pt x="36423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64236" y="288036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E2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0915D287-E7EF-CD5B-A155-47BFB151F8CA}"/>
                </a:ext>
              </a:extLst>
            </p:cNvPr>
            <p:cNvSpPr/>
            <p:nvPr/>
          </p:nvSpPr>
          <p:spPr>
            <a:xfrm>
              <a:off x="4344162" y="2591561"/>
              <a:ext cx="364490" cy="288290"/>
            </a:xfrm>
            <a:custGeom>
              <a:avLst/>
              <a:gdLst/>
              <a:ahLst/>
              <a:cxnLst/>
              <a:rect l="l" t="t" r="r" b="b"/>
              <a:pathLst>
                <a:path w="364489" h="288289">
                  <a:moveTo>
                    <a:pt x="0" y="288036"/>
                  </a:moveTo>
                  <a:lnTo>
                    <a:pt x="364236" y="288036"/>
                  </a:lnTo>
                  <a:lnTo>
                    <a:pt x="364236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ln w="25908">
              <a:solidFill>
                <a:srgbClr val="E2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42">
            <a:extLst>
              <a:ext uri="{FF2B5EF4-FFF2-40B4-BE49-F238E27FC236}">
                <a16:creationId xmlns:a16="http://schemas.microsoft.com/office/drawing/2014/main" id="{22656C02-B705-F321-C11F-6B3B6D57D350}"/>
              </a:ext>
            </a:extLst>
          </p:cNvPr>
          <p:cNvGrpSpPr/>
          <p:nvPr/>
        </p:nvGrpSpPr>
        <p:grpSpPr>
          <a:xfrm rot="4230426">
            <a:off x="4701104" y="3294021"/>
            <a:ext cx="430972" cy="264115"/>
            <a:chOff x="768095" y="978408"/>
            <a:chExt cx="306705" cy="187960"/>
          </a:xfrm>
        </p:grpSpPr>
        <p:sp>
          <p:nvSpPr>
            <p:cNvPr id="20" name="object 43">
              <a:extLst>
                <a:ext uri="{FF2B5EF4-FFF2-40B4-BE49-F238E27FC236}">
                  <a16:creationId xmlns:a16="http://schemas.microsoft.com/office/drawing/2014/main" id="{36E88903-9DF0-37F4-F1D6-F1B14019D1E4}"/>
                </a:ext>
              </a:extLst>
            </p:cNvPr>
            <p:cNvSpPr/>
            <p:nvPr/>
          </p:nvSpPr>
          <p:spPr>
            <a:xfrm>
              <a:off x="781049" y="991362"/>
              <a:ext cx="280670" cy="161925"/>
            </a:xfrm>
            <a:custGeom>
              <a:avLst/>
              <a:gdLst/>
              <a:ahLst/>
              <a:cxnLst/>
              <a:rect l="l" t="t" r="r" b="b"/>
              <a:pathLst>
                <a:path w="280669" h="161925">
                  <a:moveTo>
                    <a:pt x="280416" y="0"/>
                  </a:moveTo>
                  <a:lnTo>
                    <a:pt x="0" y="0"/>
                  </a:lnTo>
                  <a:lnTo>
                    <a:pt x="0" y="161544"/>
                  </a:lnTo>
                  <a:lnTo>
                    <a:pt x="280416" y="161544"/>
                  </a:lnTo>
                  <a:lnTo>
                    <a:pt x="2804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44">
              <a:extLst>
                <a:ext uri="{FF2B5EF4-FFF2-40B4-BE49-F238E27FC236}">
                  <a16:creationId xmlns:a16="http://schemas.microsoft.com/office/drawing/2014/main" id="{CFCE0305-C364-EAF8-B44D-C7F34A2BBC83}"/>
                </a:ext>
              </a:extLst>
            </p:cNvPr>
            <p:cNvSpPr/>
            <p:nvPr/>
          </p:nvSpPr>
          <p:spPr>
            <a:xfrm>
              <a:off x="781049" y="991362"/>
              <a:ext cx="280670" cy="161925"/>
            </a:xfrm>
            <a:custGeom>
              <a:avLst/>
              <a:gdLst/>
              <a:ahLst/>
              <a:cxnLst/>
              <a:rect l="l" t="t" r="r" b="b"/>
              <a:pathLst>
                <a:path w="280669" h="161925">
                  <a:moveTo>
                    <a:pt x="35052" y="0"/>
                  </a:moveTo>
                  <a:lnTo>
                    <a:pt x="35052" y="161544"/>
                  </a:lnTo>
                </a:path>
                <a:path w="280669" h="161925">
                  <a:moveTo>
                    <a:pt x="245363" y="0"/>
                  </a:moveTo>
                  <a:lnTo>
                    <a:pt x="245363" y="161544"/>
                  </a:lnTo>
                </a:path>
                <a:path w="280669" h="161925">
                  <a:moveTo>
                    <a:pt x="0" y="161544"/>
                  </a:moveTo>
                  <a:lnTo>
                    <a:pt x="280416" y="161544"/>
                  </a:lnTo>
                  <a:lnTo>
                    <a:pt x="280416" y="0"/>
                  </a:lnTo>
                  <a:lnTo>
                    <a:pt x="0" y="0"/>
                  </a:lnTo>
                  <a:lnTo>
                    <a:pt x="0" y="161544"/>
                  </a:lnTo>
                  <a:close/>
                </a:path>
              </a:pathLst>
            </a:custGeom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E79CBE0-AC86-B6E3-D300-844A71043470}"/>
              </a:ext>
            </a:extLst>
          </p:cNvPr>
          <p:cNvGrpSpPr/>
          <p:nvPr/>
        </p:nvGrpSpPr>
        <p:grpSpPr>
          <a:xfrm>
            <a:off x="2608550" y="3737643"/>
            <a:ext cx="509738" cy="631576"/>
            <a:chOff x="757643" y="4005071"/>
            <a:chExt cx="312420" cy="387095"/>
          </a:xfrm>
        </p:grpSpPr>
        <p:sp>
          <p:nvSpPr>
            <p:cNvPr id="12" name="object 58">
              <a:extLst>
                <a:ext uri="{FF2B5EF4-FFF2-40B4-BE49-F238E27FC236}">
                  <a16:creationId xmlns:a16="http://schemas.microsoft.com/office/drawing/2014/main" id="{33318311-B2E7-6F69-86F8-84C0B260AA7A}"/>
                </a:ext>
              </a:extLst>
            </p:cNvPr>
            <p:cNvSpPr/>
            <p:nvPr/>
          </p:nvSpPr>
          <p:spPr>
            <a:xfrm>
              <a:off x="757643" y="4108735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no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9">
              <a:extLst>
                <a:ext uri="{FF2B5EF4-FFF2-40B4-BE49-F238E27FC236}">
                  <a16:creationId xmlns:a16="http://schemas.microsoft.com/office/drawing/2014/main" id="{D3DA3468-68CF-1B30-6B28-351DB827A863}"/>
                </a:ext>
              </a:extLst>
            </p:cNvPr>
            <p:cNvSpPr/>
            <p:nvPr/>
          </p:nvSpPr>
          <p:spPr>
            <a:xfrm>
              <a:off x="757643" y="4108735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noFill/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60">
              <a:extLst>
                <a:ext uri="{FF2B5EF4-FFF2-40B4-BE49-F238E27FC236}">
                  <a16:creationId xmlns:a16="http://schemas.microsoft.com/office/drawing/2014/main" id="{E0D4EFE3-FA87-8E33-72B7-895264E7D11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84" y="4005071"/>
              <a:ext cx="227075" cy="387095"/>
            </a:xfrm>
            <a:prstGeom prst="rect">
              <a:avLst/>
            </a:prstGeom>
          </p:spPr>
        </p:pic>
      </p:grpSp>
      <p:grpSp>
        <p:nvGrpSpPr>
          <p:cNvPr id="24" name="object 14">
            <a:extLst>
              <a:ext uri="{FF2B5EF4-FFF2-40B4-BE49-F238E27FC236}">
                <a16:creationId xmlns:a16="http://schemas.microsoft.com/office/drawing/2014/main" id="{0F88A5DB-6595-2610-B184-D4EDA96B2506}"/>
              </a:ext>
            </a:extLst>
          </p:cNvPr>
          <p:cNvGrpSpPr/>
          <p:nvPr/>
        </p:nvGrpSpPr>
        <p:grpSpPr>
          <a:xfrm>
            <a:off x="3165650" y="3894661"/>
            <a:ext cx="156972" cy="154356"/>
            <a:chOff x="4415028" y="3596640"/>
            <a:chExt cx="266700" cy="262255"/>
          </a:xfrm>
        </p:grpSpPr>
        <p:pic>
          <p:nvPicPr>
            <p:cNvPr id="25" name="object 15">
              <a:extLst>
                <a:ext uri="{FF2B5EF4-FFF2-40B4-BE49-F238E27FC236}">
                  <a16:creationId xmlns:a16="http://schemas.microsoft.com/office/drawing/2014/main" id="{9FA9FF33-3E76-7B02-55AA-1514E9F8E7A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7982" y="3609594"/>
              <a:ext cx="240791" cy="236219"/>
            </a:xfrm>
            <a:prstGeom prst="rect">
              <a:avLst/>
            </a:prstGeom>
          </p:spPr>
        </p:pic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09A90C73-A892-FF47-95F1-E18D47BC329C}"/>
                </a:ext>
              </a:extLst>
            </p:cNvPr>
            <p:cNvSpPr/>
            <p:nvPr/>
          </p:nvSpPr>
          <p:spPr>
            <a:xfrm>
              <a:off x="4427982" y="3609594"/>
              <a:ext cx="241300" cy="236220"/>
            </a:xfrm>
            <a:custGeom>
              <a:avLst/>
              <a:gdLst/>
              <a:ahLst/>
              <a:cxnLst/>
              <a:rect l="l" t="t" r="r" b="b"/>
              <a:pathLst>
                <a:path w="241300" h="236220">
                  <a:moveTo>
                    <a:pt x="0" y="118109"/>
                  </a:moveTo>
                  <a:lnTo>
                    <a:pt x="9453" y="72116"/>
                  </a:lnTo>
                  <a:lnTo>
                    <a:pt x="35242" y="34575"/>
                  </a:lnTo>
                  <a:lnTo>
                    <a:pt x="73509" y="9274"/>
                  </a:lnTo>
                  <a:lnTo>
                    <a:pt x="120395" y="0"/>
                  </a:lnTo>
                  <a:lnTo>
                    <a:pt x="167282" y="9274"/>
                  </a:lnTo>
                  <a:lnTo>
                    <a:pt x="205549" y="34575"/>
                  </a:lnTo>
                  <a:lnTo>
                    <a:pt x="231338" y="72116"/>
                  </a:lnTo>
                  <a:lnTo>
                    <a:pt x="240791" y="118109"/>
                  </a:lnTo>
                  <a:lnTo>
                    <a:pt x="231338" y="164103"/>
                  </a:lnTo>
                  <a:lnTo>
                    <a:pt x="205549" y="201644"/>
                  </a:lnTo>
                  <a:lnTo>
                    <a:pt x="167282" y="226945"/>
                  </a:lnTo>
                  <a:lnTo>
                    <a:pt x="120395" y="236219"/>
                  </a:lnTo>
                  <a:lnTo>
                    <a:pt x="73509" y="226945"/>
                  </a:lnTo>
                  <a:lnTo>
                    <a:pt x="35242" y="201644"/>
                  </a:lnTo>
                  <a:lnTo>
                    <a:pt x="9453" y="164103"/>
                  </a:lnTo>
                  <a:lnTo>
                    <a:pt x="0" y="118109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Bulle narrative : rectangle à coins arrondis 26">
            <a:extLst>
              <a:ext uri="{FF2B5EF4-FFF2-40B4-BE49-F238E27FC236}">
                <a16:creationId xmlns:a16="http://schemas.microsoft.com/office/drawing/2014/main" id="{98336E48-5681-8852-C39D-6013BEEA2E53}"/>
              </a:ext>
            </a:extLst>
          </p:cNvPr>
          <p:cNvSpPr/>
          <p:nvPr/>
        </p:nvSpPr>
        <p:spPr>
          <a:xfrm>
            <a:off x="1358706" y="4915435"/>
            <a:ext cx="1851588" cy="424758"/>
          </a:xfrm>
          <a:prstGeom prst="wedgeRoundRectCallout">
            <a:avLst>
              <a:gd name="adj1" fmla="val 25312"/>
              <a:gd name="adj2" fmla="val -194858"/>
              <a:gd name="adj3" fmla="val 16667"/>
            </a:avLst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Borne _ kW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Avec massif 500x500x500</a:t>
            </a:r>
          </a:p>
        </p:txBody>
      </p:sp>
      <p:sp>
        <p:nvSpPr>
          <p:cNvPr id="28" name="Bulle narrative : rectangle à coins arrondis 27">
            <a:extLst>
              <a:ext uri="{FF2B5EF4-FFF2-40B4-BE49-F238E27FC236}">
                <a16:creationId xmlns:a16="http://schemas.microsoft.com/office/drawing/2014/main" id="{289DC1E6-EC5A-D286-216D-2A3BCB25628A}"/>
              </a:ext>
            </a:extLst>
          </p:cNvPr>
          <p:cNvSpPr/>
          <p:nvPr/>
        </p:nvSpPr>
        <p:spPr>
          <a:xfrm>
            <a:off x="3118288" y="3159636"/>
            <a:ext cx="1165123" cy="228600"/>
          </a:xfrm>
          <a:prstGeom prst="wedgeRoundRectCallout">
            <a:avLst>
              <a:gd name="adj1" fmla="val -35723"/>
              <a:gd name="adj2" fmla="val 293161"/>
              <a:gd name="adj3" fmla="val 16667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Percement 1</a:t>
            </a:r>
          </a:p>
        </p:txBody>
      </p:sp>
      <p:sp>
        <p:nvSpPr>
          <p:cNvPr id="29" name="Bulle narrative : rectangle à coins arrondis 28">
            <a:extLst>
              <a:ext uri="{FF2B5EF4-FFF2-40B4-BE49-F238E27FC236}">
                <a16:creationId xmlns:a16="http://schemas.microsoft.com/office/drawing/2014/main" id="{271DD5D3-E7DE-5553-E5F5-C34CBD72FF15}"/>
              </a:ext>
            </a:extLst>
          </p:cNvPr>
          <p:cNvSpPr/>
          <p:nvPr/>
        </p:nvSpPr>
        <p:spPr>
          <a:xfrm>
            <a:off x="1858487" y="3159636"/>
            <a:ext cx="1165123" cy="410768"/>
          </a:xfrm>
          <a:prstGeom prst="wedgeRoundRectCallout">
            <a:avLst>
              <a:gd name="adj1" fmla="val 59587"/>
              <a:gd name="adj2" fmla="val 152237"/>
              <a:gd name="adj3" fmla="val 16667"/>
            </a:avLst>
          </a:prstGeom>
          <a:solidFill>
            <a:schemeClr val="accent6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Nouvelle chambre L1T</a:t>
            </a:r>
          </a:p>
        </p:txBody>
      </p:sp>
      <p:sp>
        <p:nvSpPr>
          <p:cNvPr id="30" name="Bulle narrative : rectangle à coins arrondis 29">
            <a:extLst>
              <a:ext uri="{FF2B5EF4-FFF2-40B4-BE49-F238E27FC236}">
                <a16:creationId xmlns:a16="http://schemas.microsoft.com/office/drawing/2014/main" id="{09471118-623E-7365-1F95-C0A62C1B364F}"/>
              </a:ext>
            </a:extLst>
          </p:cNvPr>
          <p:cNvSpPr/>
          <p:nvPr/>
        </p:nvSpPr>
        <p:spPr>
          <a:xfrm>
            <a:off x="3244135" y="4369219"/>
            <a:ext cx="1273211" cy="455451"/>
          </a:xfrm>
          <a:prstGeom prst="wedgeRoundRectCallout">
            <a:avLst>
              <a:gd name="adj1" fmla="val -70026"/>
              <a:gd name="adj2" fmla="val -103200"/>
              <a:gd name="adj3" fmla="val 16667"/>
            </a:avLst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Tranchée terre végétale</a:t>
            </a:r>
          </a:p>
        </p:txBody>
      </p:sp>
      <p:sp>
        <p:nvSpPr>
          <p:cNvPr id="31" name="Bulle narrative : rectangle à coins arrondis 30">
            <a:extLst>
              <a:ext uri="{FF2B5EF4-FFF2-40B4-BE49-F238E27FC236}">
                <a16:creationId xmlns:a16="http://schemas.microsoft.com/office/drawing/2014/main" id="{98F838C5-03E5-977A-D006-3A5B237AB84E}"/>
              </a:ext>
            </a:extLst>
          </p:cNvPr>
          <p:cNvSpPr/>
          <p:nvPr/>
        </p:nvSpPr>
        <p:spPr>
          <a:xfrm>
            <a:off x="4743597" y="2535914"/>
            <a:ext cx="1276203" cy="228600"/>
          </a:xfrm>
          <a:prstGeom prst="wedgeRoundRectCallout">
            <a:avLst>
              <a:gd name="adj1" fmla="val -35723"/>
              <a:gd name="adj2" fmla="val 293161"/>
              <a:gd name="adj3" fmla="val 16667"/>
            </a:avLst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TGBT existant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6EFC7-91CC-DB6C-2686-0B9184FE13D8}"/>
              </a:ext>
            </a:extLst>
          </p:cNvPr>
          <p:cNvSpPr/>
          <p:nvPr/>
        </p:nvSpPr>
        <p:spPr>
          <a:xfrm>
            <a:off x="835660" y="739079"/>
            <a:ext cx="914400" cy="2693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193149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intérieur, texte, machine, ordinateur&#10;&#10;Le contenu généré par l’IA peut être incorrect.">
            <a:extLst>
              <a:ext uri="{FF2B5EF4-FFF2-40B4-BE49-F238E27FC236}">
                <a16:creationId xmlns:a16="http://schemas.microsoft.com/office/drawing/2014/main" id="{9A4A2BCF-6E84-97BA-7700-56D652C93F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74" y="1149050"/>
            <a:ext cx="3419925" cy="45599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Photos</a:t>
            </a:r>
            <a:r>
              <a:rPr spc="-30" dirty="0"/>
              <a:t> </a:t>
            </a:r>
            <a:r>
              <a:rPr dirty="0"/>
              <a:t>:</a:t>
            </a:r>
            <a:r>
              <a:rPr spc="-25" dirty="0"/>
              <a:t> </a:t>
            </a:r>
            <a:r>
              <a:rPr lang="fr-FR" spc="-25" dirty="0"/>
              <a:t>TGBT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8EA6490-7548-5650-13DB-10453A81BEC7}"/>
              </a:ext>
            </a:extLst>
          </p:cNvPr>
          <p:cNvSpPr txBox="1"/>
          <p:nvPr/>
        </p:nvSpPr>
        <p:spPr>
          <a:xfrm>
            <a:off x="5394145" y="810496"/>
            <a:ext cx="193683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Disjoncteur général</a:t>
            </a:r>
          </a:p>
        </p:txBody>
      </p:sp>
      <p:sp>
        <p:nvSpPr>
          <p:cNvPr id="7" name="Bulle narrative : rectangle à coins arrondis 6">
            <a:extLst>
              <a:ext uri="{FF2B5EF4-FFF2-40B4-BE49-F238E27FC236}">
                <a16:creationId xmlns:a16="http://schemas.microsoft.com/office/drawing/2014/main" id="{EF859ECF-1A2B-9944-F95F-2A578E2958CA}"/>
              </a:ext>
            </a:extLst>
          </p:cNvPr>
          <p:cNvSpPr/>
          <p:nvPr/>
        </p:nvSpPr>
        <p:spPr>
          <a:xfrm>
            <a:off x="153161" y="5835805"/>
            <a:ext cx="1376390" cy="701581"/>
          </a:xfrm>
          <a:prstGeom prst="wedgeRoundRectCallout">
            <a:avLst>
              <a:gd name="adj1" fmla="val -50335"/>
              <a:gd name="adj2" fmla="val -90780"/>
              <a:gd name="adj3" fmla="val 16667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Emplacement nouveau départ borne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5D7713-A589-16E1-B4A2-BB4070E2524C}"/>
              </a:ext>
            </a:extLst>
          </p:cNvPr>
          <p:cNvSpPr/>
          <p:nvPr/>
        </p:nvSpPr>
        <p:spPr>
          <a:xfrm>
            <a:off x="469774" y="1149050"/>
            <a:ext cx="3419925" cy="4559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 Disjoncteur Général (avec modification)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9EEDD0-1B47-E811-5660-DB9604FDDE23}"/>
              </a:ext>
            </a:extLst>
          </p:cNvPr>
          <p:cNvSpPr/>
          <p:nvPr/>
        </p:nvSpPr>
        <p:spPr>
          <a:xfrm>
            <a:off x="4652601" y="1149050"/>
            <a:ext cx="3419925" cy="4559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 Disjoncteur Général (sans modification)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673C-3748-64DD-C723-0430DFBE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12E62F-F719-BE01-7C47-8C765D2048C7}"/>
              </a:ext>
            </a:extLst>
          </p:cNvPr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77823-4F8E-CE00-9023-B98A83C6B048}"/>
              </a:ext>
            </a:extLst>
          </p:cNvPr>
          <p:cNvSpPr/>
          <p:nvPr/>
        </p:nvSpPr>
        <p:spPr>
          <a:xfrm>
            <a:off x="516355" y="707136"/>
            <a:ext cx="3419925" cy="5388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Photos Cheminement (avec modification)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3F83B4B-9699-8529-4F26-E3723D9424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Photos</a:t>
            </a:r>
            <a:r>
              <a:rPr spc="-30" dirty="0"/>
              <a:t> </a:t>
            </a:r>
            <a:r>
              <a:rPr dirty="0"/>
              <a:t>:</a:t>
            </a:r>
            <a:r>
              <a:rPr spc="-25" dirty="0"/>
              <a:t> </a:t>
            </a:r>
            <a:r>
              <a:rPr dirty="0"/>
              <a:t>Point</a:t>
            </a:r>
            <a:r>
              <a:rPr spc="-4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raccordement</a:t>
            </a:r>
            <a:r>
              <a:rPr spc="-4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 err="1"/>
              <a:t>Cheminement</a:t>
            </a:r>
            <a:r>
              <a:rPr lang="fr-FR" dirty="0"/>
              <a:t>s</a:t>
            </a:r>
            <a:endParaRPr spc="-1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808E2AA-5567-3349-20FA-EB7C31A50B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59A7159-B2E1-3D2F-4117-6BBFBC9464D6}"/>
              </a:ext>
            </a:extLst>
          </p:cNvPr>
          <p:cNvSpPr txBox="1"/>
          <p:nvPr/>
        </p:nvSpPr>
        <p:spPr>
          <a:xfrm>
            <a:off x="762000" y="762000"/>
            <a:ext cx="232268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Explications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1AC17-565F-A420-FB91-2E95A5E75459}"/>
              </a:ext>
            </a:extLst>
          </p:cNvPr>
          <p:cNvSpPr/>
          <p:nvPr/>
        </p:nvSpPr>
        <p:spPr>
          <a:xfrm>
            <a:off x="4800600" y="707136"/>
            <a:ext cx="3419925" cy="5388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Photos Cheminement (avec modification)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04F82D3-0797-A993-EA83-1BE0E7183650}"/>
              </a:ext>
            </a:extLst>
          </p:cNvPr>
          <p:cNvSpPr txBox="1"/>
          <p:nvPr/>
        </p:nvSpPr>
        <p:spPr>
          <a:xfrm>
            <a:off x="5038818" y="762000"/>
            <a:ext cx="232268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Explications</a:t>
            </a:r>
          </a:p>
        </p:txBody>
      </p:sp>
    </p:spTree>
    <p:extLst>
      <p:ext uri="{BB962C8B-B14F-4D97-AF65-F5344CB8AC3E}">
        <p14:creationId xmlns:p14="http://schemas.microsoft.com/office/powerpoint/2010/main" val="370987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2D715BF-3AA1-F3BA-F85B-4BA9543B9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16"/>
          <a:stretch>
            <a:fillRect/>
          </a:stretch>
        </p:blipFill>
        <p:spPr>
          <a:xfrm>
            <a:off x="346819" y="990600"/>
            <a:ext cx="4472610" cy="48768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7FB6B19-9147-97C7-B8AB-E049FAC369D2}"/>
              </a:ext>
            </a:extLst>
          </p:cNvPr>
          <p:cNvSpPr/>
          <p:nvPr/>
        </p:nvSpPr>
        <p:spPr>
          <a:xfrm rot="4118498">
            <a:off x="2507654" y="4906505"/>
            <a:ext cx="1583981" cy="668342"/>
          </a:xfrm>
          <a:prstGeom prst="rect">
            <a:avLst/>
          </a:prstGeom>
          <a:solidFill>
            <a:srgbClr val="92D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C27857-7088-48BD-56F9-6DA5A14B23FA}"/>
              </a:ext>
            </a:extLst>
          </p:cNvPr>
          <p:cNvSpPr/>
          <p:nvPr/>
        </p:nvSpPr>
        <p:spPr>
          <a:xfrm>
            <a:off x="2233612" y="4210409"/>
            <a:ext cx="1128713" cy="410768"/>
          </a:xfrm>
          <a:custGeom>
            <a:avLst/>
            <a:gdLst>
              <a:gd name="connsiteX0" fmla="*/ 0 w 838200"/>
              <a:gd name="connsiteY0" fmla="*/ 0 h 486968"/>
              <a:gd name="connsiteX1" fmla="*/ 838200 w 838200"/>
              <a:gd name="connsiteY1" fmla="*/ 0 h 486968"/>
              <a:gd name="connsiteX2" fmla="*/ 838200 w 838200"/>
              <a:gd name="connsiteY2" fmla="*/ 486968 h 486968"/>
              <a:gd name="connsiteX3" fmla="*/ 0 w 838200"/>
              <a:gd name="connsiteY3" fmla="*/ 486968 h 486968"/>
              <a:gd name="connsiteX4" fmla="*/ 0 w 838200"/>
              <a:gd name="connsiteY4" fmla="*/ 0 h 486968"/>
              <a:gd name="connsiteX0" fmla="*/ 280988 w 1119188"/>
              <a:gd name="connsiteY0" fmla="*/ 0 h 486968"/>
              <a:gd name="connsiteX1" fmla="*/ 1119188 w 1119188"/>
              <a:gd name="connsiteY1" fmla="*/ 0 h 486968"/>
              <a:gd name="connsiteX2" fmla="*/ 1119188 w 1119188"/>
              <a:gd name="connsiteY2" fmla="*/ 486968 h 486968"/>
              <a:gd name="connsiteX3" fmla="*/ 0 w 1119188"/>
              <a:gd name="connsiteY3" fmla="*/ 406006 h 486968"/>
              <a:gd name="connsiteX4" fmla="*/ 280988 w 1119188"/>
              <a:gd name="connsiteY4" fmla="*/ 0 h 486968"/>
              <a:gd name="connsiteX0" fmla="*/ 280988 w 1119188"/>
              <a:gd name="connsiteY0" fmla="*/ 0 h 410768"/>
              <a:gd name="connsiteX1" fmla="*/ 1119188 w 1119188"/>
              <a:gd name="connsiteY1" fmla="*/ 0 h 410768"/>
              <a:gd name="connsiteX2" fmla="*/ 976313 w 1119188"/>
              <a:gd name="connsiteY2" fmla="*/ 410768 h 410768"/>
              <a:gd name="connsiteX3" fmla="*/ 0 w 1119188"/>
              <a:gd name="connsiteY3" fmla="*/ 406006 h 410768"/>
              <a:gd name="connsiteX4" fmla="*/ 280988 w 1119188"/>
              <a:gd name="connsiteY4" fmla="*/ 0 h 410768"/>
              <a:gd name="connsiteX0" fmla="*/ 280988 w 1128713"/>
              <a:gd name="connsiteY0" fmla="*/ 0 h 410768"/>
              <a:gd name="connsiteX1" fmla="*/ 1128713 w 1128713"/>
              <a:gd name="connsiteY1" fmla="*/ 14287 h 410768"/>
              <a:gd name="connsiteX2" fmla="*/ 976313 w 1128713"/>
              <a:gd name="connsiteY2" fmla="*/ 410768 h 410768"/>
              <a:gd name="connsiteX3" fmla="*/ 0 w 1128713"/>
              <a:gd name="connsiteY3" fmla="*/ 406006 h 410768"/>
              <a:gd name="connsiteX4" fmla="*/ 280988 w 1128713"/>
              <a:gd name="connsiteY4" fmla="*/ 0 h 41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8713" h="410768">
                <a:moveTo>
                  <a:pt x="280988" y="0"/>
                </a:moveTo>
                <a:lnTo>
                  <a:pt x="1128713" y="14287"/>
                </a:lnTo>
                <a:lnTo>
                  <a:pt x="976313" y="410768"/>
                </a:lnTo>
                <a:lnTo>
                  <a:pt x="0" y="406006"/>
                </a:lnTo>
                <a:lnTo>
                  <a:pt x="280988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intérieur, mur, sol, fenêtre&#10;&#10;Le contenu généré par l’IA peut être incorrect.">
            <a:extLst>
              <a:ext uri="{FF2B5EF4-FFF2-40B4-BE49-F238E27FC236}">
                <a16:creationId xmlns:a16="http://schemas.microsoft.com/office/drawing/2014/main" id="{D525FDFD-A81C-6A53-50CA-FCAA368998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121" y="751438"/>
            <a:ext cx="4016344" cy="53551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E7763771-0977-8194-302A-FCC32BA6AE41}"/>
              </a:ext>
            </a:extLst>
          </p:cNvPr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48B0898-C7BF-43AB-7485-12723FBBF1B8}"/>
              </a:ext>
            </a:extLst>
          </p:cNvPr>
          <p:cNvSpPr/>
          <p:nvPr/>
        </p:nvSpPr>
        <p:spPr>
          <a:xfrm>
            <a:off x="2776396" y="4015212"/>
            <a:ext cx="214967" cy="214967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Bulle narrative : rectangle à coins arrondis 20">
            <a:extLst>
              <a:ext uri="{FF2B5EF4-FFF2-40B4-BE49-F238E27FC236}">
                <a16:creationId xmlns:a16="http://schemas.microsoft.com/office/drawing/2014/main" id="{A70E6AF8-E3FE-7F71-7B14-3EB39ED1B969}"/>
              </a:ext>
            </a:extLst>
          </p:cNvPr>
          <p:cNvSpPr/>
          <p:nvPr/>
        </p:nvSpPr>
        <p:spPr>
          <a:xfrm>
            <a:off x="3044304" y="3785240"/>
            <a:ext cx="1165123" cy="228600"/>
          </a:xfrm>
          <a:prstGeom prst="wedgeRoundRectCallout">
            <a:avLst>
              <a:gd name="adj1" fmla="val -59811"/>
              <a:gd name="adj2" fmla="val 99101"/>
              <a:gd name="adj3" fmla="val 16667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Percement 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4844DDC-B8F7-231E-8A94-672220736399}"/>
              </a:ext>
            </a:extLst>
          </p:cNvPr>
          <p:cNvSpPr/>
          <p:nvPr/>
        </p:nvSpPr>
        <p:spPr>
          <a:xfrm>
            <a:off x="6714653" y="4295870"/>
            <a:ext cx="214967" cy="214967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Bulle narrative : rectangle à coins arrondis 8">
            <a:extLst>
              <a:ext uri="{FF2B5EF4-FFF2-40B4-BE49-F238E27FC236}">
                <a16:creationId xmlns:a16="http://schemas.microsoft.com/office/drawing/2014/main" id="{A76950ED-0B72-B757-E7B2-93DACDDC4838}"/>
              </a:ext>
            </a:extLst>
          </p:cNvPr>
          <p:cNvSpPr/>
          <p:nvPr/>
        </p:nvSpPr>
        <p:spPr>
          <a:xfrm>
            <a:off x="6898133" y="4697377"/>
            <a:ext cx="1165123" cy="228600"/>
          </a:xfrm>
          <a:prstGeom prst="wedgeRoundRectCallout">
            <a:avLst>
              <a:gd name="adj1" fmla="val -56703"/>
              <a:gd name="adj2" fmla="val -174166"/>
              <a:gd name="adj3" fmla="val 16667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Percement 1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26A78EBB-CE1A-FD15-9964-BAEF6DBF3B05}"/>
              </a:ext>
            </a:extLst>
          </p:cNvPr>
          <p:cNvSpPr/>
          <p:nvPr/>
        </p:nvSpPr>
        <p:spPr>
          <a:xfrm>
            <a:off x="6753886" y="773825"/>
            <a:ext cx="1952142" cy="3624134"/>
          </a:xfrm>
          <a:custGeom>
            <a:avLst/>
            <a:gdLst>
              <a:gd name="connsiteX0" fmla="*/ 0 w 4979406"/>
              <a:gd name="connsiteY0" fmla="*/ 254827 h 254827"/>
              <a:gd name="connsiteX1" fmla="*/ 4979406 w 4979406"/>
              <a:gd name="connsiteY1" fmla="*/ 10383 h 254827"/>
              <a:gd name="connsiteX0" fmla="*/ 0 w 4119326"/>
              <a:gd name="connsiteY0" fmla="*/ 4747 h 3263994"/>
              <a:gd name="connsiteX1" fmla="*/ 4119326 w 4119326"/>
              <a:gd name="connsiteY1" fmla="*/ 3263994 h 3263994"/>
              <a:gd name="connsiteX0" fmla="*/ 0 w 4119326"/>
              <a:gd name="connsiteY0" fmla="*/ 14406 h 3273653"/>
              <a:gd name="connsiteX1" fmla="*/ 4119326 w 4119326"/>
              <a:gd name="connsiteY1" fmla="*/ 3273653 h 3273653"/>
              <a:gd name="connsiteX0" fmla="*/ 0 w 3757187"/>
              <a:gd name="connsiteY0" fmla="*/ 12502 h 3452818"/>
              <a:gd name="connsiteX1" fmla="*/ 3757187 w 3757187"/>
              <a:gd name="connsiteY1" fmla="*/ 3452818 h 3452818"/>
              <a:gd name="connsiteX0" fmla="*/ 0 w 3757187"/>
              <a:gd name="connsiteY0" fmla="*/ 889654 h 4329970"/>
              <a:gd name="connsiteX1" fmla="*/ 3757187 w 3757187"/>
              <a:gd name="connsiteY1" fmla="*/ 4329970 h 4329970"/>
              <a:gd name="connsiteX0" fmla="*/ 0 w 5024012"/>
              <a:gd name="connsiteY0" fmla="*/ 992207 h 3813398"/>
              <a:gd name="connsiteX1" fmla="*/ 5024012 w 5024012"/>
              <a:gd name="connsiteY1" fmla="*/ 3813398 h 3813398"/>
              <a:gd name="connsiteX0" fmla="*/ 0 w 5024012"/>
              <a:gd name="connsiteY0" fmla="*/ 89441 h 2910632"/>
              <a:gd name="connsiteX1" fmla="*/ 5024012 w 5024012"/>
              <a:gd name="connsiteY1" fmla="*/ 2910632 h 2910632"/>
              <a:gd name="connsiteX0" fmla="*/ 0 w 4404887"/>
              <a:gd name="connsiteY0" fmla="*/ 1811130 h 1811130"/>
              <a:gd name="connsiteX1" fmla="*/ 4404887 w 4404887"/>
              <a:gd name="connsiteY1" fmla="*/ 955671 h 1811130"/>
              <a:gd name="connsiteX0" fmla="*/ 0 w 4404887"/>
              <a:gd name="connsiteY0" fmla="*/ 1045987 h 1045987"/>
              <a:gd name="connsiteX1" fmla="*/ 4404887 w 4404887"/>
              <a:gd name="connsiteY1" fmla="*/ 190528 h 1045987"/>
              <a:gd name="connsiteX0" fmla="*/ 0 w 4404887"/>
              <a:gd name="connsiteY0" fmla="*/ 997790 h 997790"/>
              <a:gd name="connsiteX1" fmla="*/ 4404887 w 4404887"/>
              <a:gd name="connsiteY1" fmla="*/ 142331 h 997790"/>
              <a:gd name="connsiteX0" fmla="*/ 355515 w 4760402"/>
              <a:gd name="connsiteY0" fmla="*/ 2016943 h 2016943"/>
              <a:gd name="connsiteX1" fmla="*/ 439637 w 4760402"/>
              <a:gd name="connsiteY1" fmla="*/ 0 h 2016943"/>
              <a:gd name="connsiteX2" fmla="*/ 4760402 w 4760402"/>
              <a:gd name="connsiteY2" fmla="*/ 1161484 h 2016943"/>
              <a:gd name="connsiteX0" fmla="*/ 355515 w 4760402"/>
              <a:gd name="connsiteY0" fmla="*/ 2016943 h 2016943"/>
              <a:gd name="connsiteX1" fmla="*/ 439637 w 4760402"/>
              <a:gd name="connsiteY1" fmla="*/ 0 h 2016943"/>
              <a:gd name="connsiteX2" fmla="*/ 4760402 w 4760402"/>
              <a:gd name="connsiteY2" fmla="*/ 1161484 h 2016943"/>
              <a:gd name="connsiteX0" fmla="*/ 0 w 4404887"/>
              <a:gd name="connsiteY0" fmla="*/ 2016943 h 2016943"/>
              <a:gd name="connsiteX1" fmla="*/ 84122 w 4404887"/>
              <a:gd name="connsiteY1" fmla="*/ 0 h 2016943"/>
              <a:gd name="connsiteX2" fmla="*/ 4404887 w 4404887"/>
              <a:gd name="connsiteY2" fmla="*/ 1161484 h 2016943"/>
              <a:gd name="connsiteX0" fmla="*/ 0 w 4404887"/>
              <a:gd name="connsiteY0" fmla="*/ 2016943 h 2016943"/>
              <a:gd name="connsiteX1" fmla="*/ 84122 w 4404887"/>
              <a:gd name="connsiteY1" fmla="*/ 0 h 2016943"/>
              <a:gd name="connsiteX2" fmla="*/ 4404887 w 4404887"/>
              <a:gd name="connsiteY2" fmla="*/ 1161484 h 2016943"/>
              <a:gd name="connsiteX0" fmla="*/ 0 w 4404887"/>
              <a:gd name="connsiteY0" fmla="*/ 855459 h 855459"/>
              <a:gd name="connsiteX1" fmla="*/ 4404887 w 4404887"/>
              <a:gd name="connsiteY1" fmla="*/ 0 h 855459"/>
              <a:gd name="connsiteX0" fmla="*/ 0 w 7003231"/>
              <a:gd name="connsiteY0" fmla="*/ 0 h 49888"/>
              <a:gd name="connsiteX1" fmla="*/ 7003231 w 7003231"/>
              <a:gd name="connsiteY1" fmla="*/ 49888 h 49888"/>
              <a:gd name="connsiteX0" fmla="*/ 0 w 7021338"/>
              <a:gd name="connsiteY0" fmla="*/ 0 h 212850"/>
              <a:gd name="connsiteX1" fmla="*/ 7021338 w 7021338"/>
              <a:gd name="connsiteY1" fmla="*/ 212850 h 212850"/>
              <a:gd name="connsiteX0" fmla="*/ 0 w 7021338"/>
              <a:gd name="connsiteY0" fmla="*/ 0 h 511615"/>
              <a:gd name="connsiteX1" fmla="*/ 7021338 w 7021338"/>
              <a:gd name="connsiteY1" fmla="*/ 511615 h 511615"/>
              <a:gd name="connsiteX0" fmla="*/ 15870 w 7037208"/>
              <a:gd name="connsiteY0" fmla="*/ 0 h 511615"/>
              <a:gd name="connsiteX1" fmla="*/ 87638 w 7037208"/>
              <a:gd name="connsiteY1" fmla="*/ 313383 h 511615"/>
              <a:gd name="connsiteX2" fmla="*/ 7037208 w 7037208"/>
              <a:gd name="connsiteY2" fmla="*/ 511615 h 511615"/>
              <a:gd name="connsiteX0" fmla="*/ 70809 w 7092147"/>
              <a:gd name="connsiteY0" fmla="*/ 0 h 511615"/>
              <a:gd name="connsiteX1" fmla="*/ 142577 w 7092147"/>
              <a:gd name="connsiteY1" fmla="*/ 313383 h 511615"/>
              <a:gd name="connsiteX2" fmla="*/ 7092147 w 7092147"/>
              <a:gd name="connsiteY2" fmla="*/ 511615 h 511615"/>
              <a:gd name="connsiteX0" fmla="*/ 2 w 7021340"/>
              <a:gd name="connsiteY0" fmla="*/ 0 h 511615"/>
              <a:gd name="connsiteX1" fmla="*/ 71770 w 7021340"/>
              <a:gd name="connsiteY1" fmla="*/ 313383 h 511615"/>
              <a:gd name="connsiteX2" fmla="*/ 7021340 w 7021340"/>
              <a:gd name="connsiteY2" fmla="*/ 511615 h 511615"/>
              <a:gd name="connsiteX0" fmla="*/ 3138631 w 6950044"/>
              <a:gd name="connsiteY0" fmla="*/ 2385769 h 2390555"/>
              <a:gd name="connsiteX1" fmla="*/ 474 w 6950044"/>
              <a:gd name="connsiteY1" fmla="*/ 3577 h 2390555"/>
              <a:gd name="connsiteX2" fmla="*/ 6950044 w 6950044"/>
              <a:gd name="connsiteY2" fmla="*/ 201809 h 2390555"/>
              <a:gd name="connsiteX0" fmla="*/ 1 w 3811414"/>
              <a:gd name="connsiteY0" fmla="*/ 3994158 h 3997162"/>
              <a:gd name="connsiteX1" fmla="*/ 500394 w 3811414"/>
              <a:gd name="connsiteY1" fmla="*/ 2241 h 3997162"/>
              <a:gd name="connsiteX2" fmla="*/ 3811414 w 3811414"/>
              <a:gd name="connsiteY2" fmla="*/ 1810198 h 3997162"/>
              <a:gd name="connsiteX0" fmla="*/ 1 w 1934989"/>
              <a:gd name="connsiteY0" fmla="*/ 3994158 h 3997162"/>
              <a:gd name="connsiteX1" fmla="*/ 500394 w 1934989"/>
              <a:gd name="connsiteY1" fmla="*/ 2241 h 3997162"/>
              <a:gd name="connsiteX2" fmla="*/ 1934989 w 1934989"/>
              <a:gd name="connsiteY2" fmla="*/ 1600648 h 3997162"/>
              <a:gd name="connsiteX0" fmla="*/ 0 w 2125488"/>
              <a:gd name="connsiteY0" fmla="*/ 4546354 h 4549018"/>
              <a:gd name="connsiteX1" fmla="*/ 690893 w 2125488"/>
              <a:gd name="connsiteY1" fmla="*/ 1987 h 4549018"/>
              <a:gd name="connsiteX2" fmla="*/ 2125488 w 2125488"/>
              <a:gd name="connsiteY2" fmla="*/ 1600394 h 4549018"/>
              <a:gd name="connsiteX0" fmla="*/ 0 w 2125488"/>
              <a:gd name="connsiteY0" fmla="*/ 4546089 h 4641686"/>
              <a:gd name="connsiteX1" fmla="*/ 690893 w 2125488"/>
              <a:gd name="connsiteY1" fmla="*/ 1722 h 4641686"/>
              <a:gd name="connsiteX2" fmla="*/ 2125488 w 2125488"/>
              <a:gd name="connsiteY2" fmla="*/ 1600129 h 4641686"/>
              <a:gd name="connsiteX0" fmla="*/ 0 w 2125488"/>
              <a:gd name="connsiteY0" fmla="*/ 4546089 h 4641686"/>
              <a:gd name="connsiteX1" fmla="*/ 690893 w 2125488"/>
              <a:gd name="connsiteY1" fmla="*/ 1722 h 4641686"/>
              <a:gd name="connsiteX2" fmla="*/ 2125488 w 2125488"/>
              <a:gd name="connsiteY2" fmla="*/ 1600129 h 4641686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2125488 w 2125488"/>
              <a:gd name="connsiteY2" fmla="*/ 1598407 h 4658917"/>
              <a:gd name="connsiteX0" fmla="*/ 0 w 2125488"/>
              <a:gd name="connsiteY0" fmla="*/ 4717778 h 4832328"/>
              <a:gd name="connsiteX1" fmla="*/ 690893 w 2125488"/>
              <a:gd name="connsiteY1" fmla="*/ 173411 h 4832328"/>
              <a:gd name="connsiteX2" fmla="*/ 457199 w 2125488"/>
              <a:gd name="connsiteY2" fmla="*/ 1039194 h 4832328"/>
              <a:gd name="connsiteX3" fmla="*/ 2125488 w 2125488"/>
              <a:gd name="connsiteY3" fmla="*/ 1771818 h 4832328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4479389"/>
              <a:gd name="connsiteY0" fmla="*/ 3367416 h 3515758"/>
              <a:gd name="connsiteX1" fmla="*/ 3044794 w 4479389"/>
              <a:gd name="connsiteY1" fmla="*/ 0 h 3515758"/>
              <a:gd name="connsiteX2" fmla="*/ 2811100 w 4479389"/>
              <a:gd name="connsiteY2" fmla="*/ 865783 h 3515758"/>
              <a:gd name="connsiteX3" fmla="*/ 4479389 w 4479389"/>
              <a:gd name="connsiteY3" fmla="*/ 1598407 h 3515758"/>
              <a:gd name="connsiteX0" fmla="*/ 0 w 3044796"/>
              <a:gd name="connsiteY0" fmla="*/ 3367416 h 3515758"/>
              <a:gd name="connsiteX1" fmla="*/ 3044794 w 3044796"/>
              <a:gd name="connsiteY1" fmla="*/ 0 h 3515758"/>
              <a:gd name="connsiteX2" fmla="*/ 2811100 w 3044796"/>
              <a:gd name="connsiteY2" fmla="*/ 865783 h 3515758"/>
              <a:gd name="connsiteX3" fmla="*/ 758415 w 3044796"/>
              <a:gd name="connsiteY3" fmla="*/ 430510 h 3515758"/>
              <a:gd name="connsiteX0" fmla="*/ 0 w 3044796"/>
              <a:gd name="connsiteY0" fmla="*/ 3367416 h 5030508"/>
              <a:gd name="connsiteX1" fmla="*/ 3044794 w 3044796"/>
              <a:gd name="connsiteY1" fmla="*/ 0 h 5030508"/>
              <a:gd name="connsiteX2" fmla="*/ 629215 w 3044796"/>
              <a:gd name="connsiteY2" fmla="*/ 5030377 h 5030508"/>
              <a:gd name="connsiteX3" fmla="*/ 758415 w 3044796"/>
              <a:gd name="connsiteY3" fmla="*/ 430510 h 5030508"/>
              <a:gd name="connsiteX0" fmla="*/ 0 w 758415"/>
              <a:gd name="connsiteY0" fmla="*/ 2936906 h 4713386"/>
              <a:gd name="connsiteX1" fmla="*/ 57151 w 758415"/>
              <a:gd name="connsiteY1" fmla="*/ 4422148 h 4713386"/>
              <a:gd name="connsiteX2" fmla="*/ 629215 w 758415"/>
              <a:gd name="connsiteY2" fmla="*/ 4599867 h 4713386"/>
              <a:gd name="connsiteX3" fmla="*/ 758415 w 758415"/>
              <a:gd name="connsiteY3" fmla="*/ 0 h 4713386"/>
              <a:gd name="connsiteX0" fmla="*/ 0 w 758415"/>
              <a:gd name="connsiteY0" fmla="*/ 2936906 h 4610866"/>
              <a:gd name="connsiteX1" fmla="*/ 57151 w 758415"/>
              <a:gd name="connsiteY1" fmla="*/ 4422148 h 4610866"/>
              <a:gd name="connsiteX2" fmla="*/ 629215 w 758415"/>
              <a:gd name="connsiteY2" fmla="*/ 4599867 h 4610866"/>
              <a:gd name="connsiteX3" fmla="*/ 758415 w 758415"/>
              <a:gd name="connsiteY3" fmla="*/ 0 h 4610866"/>
              <a:gd name="connsiteX0" fmla="*/ 0 w 758415"/>
              <a:gd name="connsiteY0" fmla="*/ 2936906 h 4638494"/>
              <a:gd name="connsiteX1" fmla="*/ 57151 w 758415"/>
              <a:gd name="connsiteY1" fmla="*/ 4422148 h 4638494"/>
              <a:gd name="connsiteX2" fmla="*/ 629215 w 758415"/>
              <a:gd name="connsiteY2" fmla="*/ 4599867 h 4638494"/>
              <a:gd name="connsiteX3" fmla="*/ 758415 w 758415"/>
              <a:gd name="connsiteY3" fmla="*/ 0 h 4638494"/>
              <a:gd name="connsiteX0" fmla="*/ 6843 w 701884"/>
              <a:gd name="connsiteY0" fmla="*/ 2864478 h 4638494"/>
              <a:gd name="connsiteX1" fmla="*/ 620 w 701884"/>
              <a:gd name="connsiteY1" fmla="*/ 4422148 h 4638494"/>
              <a:gd name="connsiteX2" fmla="*/ 572684 w 701884"/>
              <a:gd name="connsiteY2" fmla="*/ 4599867 h 4638494"/>
              <a:gd name="connsiteX3" fmla="*/ 701884 w 701884"/>
              <a:gd name="connsiteY3" fmla="*/ 0 h 4638494"/>
              <a:gd name="connsiteX0" fmla="*/ 7422 w 702463"/>
              <a:gd name="connsiteY0" fmla="*/ 2864478 h 4683104"/>
              <a:gd name="connsiteX1" fmla="*/ 1199 w 702463"/>
              <a:gd name="connsiteY1" fmla="*/ 4422148 h 4683104"/>
              <a:gd name="connsiteX2" fmla="*/ 573263 w 702463"/>
              <a:gd name="connsiteY2" fmla="*/ 4599867 h 4683104"/>
              <a:gd name="connsiteX3" fmla="*/ 702463 w 702463"/>
              <a:gd name="connsiteY3" fmla="*/ 0 h 4683104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655997"/>
              <a:gd name="connsiteY0" fmla="*/ 2900692 h 4641422"/>
              <a:gd name="connsiteX1" fmla="*/ 0 w 655997"/>
              <a:gd name="connsiteY1" fmla="*/ 4458362 h 4641422"/>
              <a:gd name="connsiteX2" fmla="*/ 572064 w 655997"/>
              <a:gd name="connsiteY2" fmla="*/ 4636081 h 4641422"/>
              <a:gd name="connsiteX3" fmla="*/ 655997 w 655997"/>
              <a:gd name="connsiteY3" fmla="*/ 0 h 4641422"/>
              <a:gd name="connsiteX0" fmla="*/ 87704 w 655997"/>
              <a:gd name="connsiteY0" fmla="*/ 4005214 h 4641422"/>
              <a:gd name="connsiteX1" fmla="*/ 0 w 655997"/>
              <a:gd name="connsiteY1" fmla="*/ 4458362 h 4641422"/>
              <a:gd name="connsiteX2" fmla="*/ 572064 w 655997"/>
              <a:gd name="connsiteY2" fmla="*/ 4636081 h 4641422"/>
              <a:gd name="connsiteX3" fmla="*/ 655997 w 655997"/>
              <a:gd name="connsiteY3" fmla="*/ 0 h 4641422"/>
              <a:gd name="connsiteX0" fmla="*/ 87704 w 572064"/>
              <a:gd name="connsiteY0" fmla="*/ 4258711 h 4894919"/>
              <a:gd name="connsiteX1" fmla="*/ 0 w 572064"/>
              <a:gd name="connsiteY1" fmla="*/ 4711859 h 4894919"/>
              <a:gd name="connsiteX2" fmla="*/ 572064 w 572064"/>
              <a:gd name="connsiteY2" fmla="*/ 4889578 h 4894919"/>
              <a:gd name="connsiteX3" fmla="*/ 167109 w 572064"/>
              <a:gd name="connsiteY3" fmla="*/ 0 h 4894919"/>
              <a:gd name="connsiteX0" fmla="*/ 0 w 484360"/>
              <a:gd name="connsiteY0" fmla="*/ 4258711 h 5111371"/>
              <a:gd name="connsiteX1" fmla="*/ 484360 w 484360"/>
              <a:gd name="connsiteY1" fmla="*/ 4889578 h 5111371"/>
              <a:gd name="connsiteX2" fmla="*/ 79405 w 484360"/>
              <a:gd name="connsiteY2" fmla="*/ 0 h 5111371"/>
              <a:gd name="connsiteX0" fmla="*/ 0 w 79405"/>
              <a:gd name="connsiteY0" fmla="*/ 4258711 h 4258711"/>
              <a:gd name="connsiteX1" fmla="*/ 79405 w 79405"/>
              <a:gd name="connsiteY1" fmla="*/ 0 h 4258711"/>
              <a:gd name="connsiteX0" fmla="*/ 0 w 70351"/>
              <a:gd name="connsiteY0" fmla="*/ 4267765 h 4267765"/>
              <a:gd name="connsiteX1" fmla="*/ 70351 w 70351"/>
              <a:gd name="connsiteY1" fmla="*/ 0 h 4267765"/>
              <a:gd name="connsiteX0" fmla="*/ 0 w 70351"/>
              <a:gd name="connsiteY0" fmla="*/ 4258711 h 4258711"/>
              <a:gd name="connsiteX1" fmla="*/ 70351 w 70351"/>
              <a:gd name="connsiteY1" fmla="*/ 0 h 4258711"/>
              <a:gd name="connsiteX0" fmla="*/ 0 w 170728"/>
              <a:gd name="connsiteY0" fmla="*/ 4340838 h 4340838"/>
              <a:gd name="connsiteX1" fmla="*/ 170728 w 170728"/>
              <a:gd name="connsiteY1" fmla="*/ 0 h 4340838"/>
              <a:gd name="connsiteX0" fmla="*/ 27573 w 198301"/>
              <a:gd name="connsiteY0" fmla="*/ 4341973 h 4341973"/>
              <a:gd name="connsiteX1" fmla="*/ 198301 w 198301"/>
              <a:gd name="connsiteY1" fmla="*/ 1135 h 4341973"/>
              <a:gd name="connsiteX0" fmla="*/ 20914 w 191642"/>
              <a:gd name="connsiteY0" fmla="*/ 4347251 h 4347251"/>
              <a:gd name="connsiteX1" fmla="*/ 191642 w 191642"/>
              <a:gd name="connsiteY1" fmla="*/ 6413 h 4347251"/>
              <a:gd name="connsiteX0" fmla="*/ 0 w 225479"/>
              <a:gd name="connsiteY0" fmla="*/ 4302126 h 4302126"/>
              <a:gd name="connsiteX1" fmla="*/ 225480 w 225479"/>
              <a:gd name="connsiteY1" fmla="*/ 6914 h 4302126"/>
              <a:gd name="connsiteX0" fmla="*/ 0 w 225480"/>
              <a:gd name="connsiteY0" fmla="*/ 4303052 h 4303052"/>
              <a:gd name="connsiteX1" fmla="*/ 225480 w 225480"/>
              <a:gd name="connsiteY1" fmla="*/ 7840 h 4303052"/>
              <a:gd name="connsiteX0" fmla="*/ 1761519 w 1762134"/>
              <a:gd name="connsiteY0" fmla="*/ 1661532 h 2348691"/>
              <a:gd name="connsiteX1" fmla="*/ 34202 w 1762134"/>
              <a:gd name="connsiteY1" fmla="*/ 2348692 h 2348691"/>
              <a:gd name="connsiteX0" fmla="*/ 1923503 w 1924072"/>
              <a:gd name="connsiteY0" fmla="*/ 1188536 h 4887019"/>
              <a:gd name="connsiteX1" fmla="*/ 31931 w 1924072"/>
              <a:gd name="connsiteY1" fmla="*/ 4887020 h 4887019"/>
              <a:gd name="connsiteX0" fmla="*/ 1994990 w 1994990"/>
              <a:gd name="connsiteY0" fmla="*/ 32438 h 3730922"/>
              <a:gd name="connsiteX1" fmla="*/ 0 w 1994990"/>
              <a:gd name="connsiteY1" fmla="*/ 1533786 h 3730922"/>
              <a:gd name="connsiteX2" fmla="*/ 103418 w 1994990"/>
              <a:gd name="connsiteY2" fmla="*/ 3730922 h 3730922"/>
              <a:gd name="connsiteX0" fmla="*/ 1994990 w 1994990"/>
              <a:gd name="connsiteY0" fmla="*/ 32438 h 3730922"/>
              <a:gd name="connsiteX1" fmla="*/ 0 w 1994990"/>
              <a:gd name="connsiteY1" fmla="*/ 1533786 h 3730922"/>
              <a:gd name="connsiteX2" fmla="*/ 103418 w 1994990"/>
              <a:gd name="connsiteY2" fmla="*/ 3730922 h 3730922"/>
              <a:gd name="connsiteX0" fmla="*/ 1994990 w 1994990"/>
              <a:gd name="connsiteY0" fmla="*/ 0 h 3698484"/>
              <a:gd name="connsiteX1" fmla="*/ 0 w 1994990"/>
              <a:gd name="connsiteY1" fmla="*/ 1501348 h 3698484"/>
              <a:gd name="connsiteX2" fmla="*/ 103418 w 1994990"/>
              <a:gd name="connsiteY2" fmla="*/ 3698484 h 3698484"/>
              <a:gd name="connsiteX0" fmla="*/ 1967614 w 1967614"/>
              <a:gd name="connsiteY0" fmla="*/ 0 h 3698484"/>
              <a:gd name="connsiteX1" fmla="*/ 0 w 1967614"/>
              <a:gd name="connsiteY1" fmla="*/ 1501348 h 3698484"/>
              <a:gd name="connsiteX2" fmla="*/ 76042 w 1967614"/>
              <a:gd name="connsiteY2" fmla="*/ 3698484 h 3698484"/>
              <a:gd name="connsiteX0" fmla="*/ 1967614 w 1967614"/>
              <a:gd name="connsiteY0" fmla="*/ 0 h 3652858"/>
              <a:gd name="connsiteX1" fmla="*/ 0 w 1967614"/>
              <a:gd name="connsiteY1" fmla="*/ 1501348 h 3652858"/>
              <a:gd name="connsiteX2" fmla="*/ 30416 w 1967614"/>
              <a:gd name="connsiteY2" fmla="*/ 3652858 h 3652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7614" h="3652858">
                <a:moveTo>
                  <a:pt x="1967614" y="0"/>
                </a:moveTo>
                <a:lnTo>
                  <a:pt x="0" y="1501348"/>
                </a:lnTo>
                <a:lnTo>
                  <a:pt x="30416" y="3652858"/>
                </a:ln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35B91BFE-783E-B19B-DC9B-CA2BF59EC69D}"/>
              </a:ext>
            </a:extLst>
          </p:cNvPr>
          <p:cNvSpPr/>
          <p:nvPr/>
        </p:nvSpPr>
        <p:spPr>
          <a:xfrm>
            <a:off x="2857043" y="4142714"/>
            <a:ext cx="685432" cy="1713854"/>
          </a:xfrm>
          <a:custGeom>
            <a:avLst/>
            <a:gdLst>
              <a:gd name="connsiteX0" fmla="*/ 0 w 4979406"/>
              <a:gd name="connsiteY0" fmla="*/ 254827 h 254827"/>
              <a:gd name="connsiteX1" fmla="*/ 4979406 w 4979406"/>
              <a:gd name="connsiteY1" fmla="*/ 10383 h 254827"/>
              <a:gd name="connsiteX0" fmla="*/ 0 w 4119326"/>
              <a:gd name="connsiteY0" fmla="*/ 4747 h 3263994"/>
              <a:gd name="connsiteX1" fmla="*/ 4119326 w 4119326"/>
              <a:gd name="connsiteY1" fmla="*/ 3263994 h 3263994"/>
              <a:gd name="connsiteX0" fmla="*/ 0 w 4119326"/>
              <a:gd name="connsiteY0" fmla="*/ 14406 h 3273653"/>
              <a:gd name="connsiteX1" fmla="*/ 4119326 w 4119326"/>
              <a:gd name="connsiteY1" fmla="*/ 3273653 h 3273653"/>
              <a:gd name="connsiteX0" fmla="*/ 0 w 3757187"/>
              <a:gd name="connsiteY0" fmla="*/ 12502 h 3452818"/>
              <a:gd name="connsiteX1" fmla="*/ 3757187 w 3757187"/>
              <a:gd name="connsiteY1" fmla="*/ 3452818 h 3452818"/>
              <a:gd name="connsiteX0" fmla="*/ 0 w 3757187"/>
              <a:gd name="connsiteY0" fmla="*/ 889654 h 4329970"/>
              <a:gd name="connsiteX1" fmla="*/ 3757187 w 3757187"/>
              <a:gd name="connsiteY1" fmla="*/ 4329970 h 4329970"/>
              <a:gd name="connsiteX0" fmla="*/ 0 w 5024012"/>
              <a:gd name="connsiteY0" fmla="*/ 992207 h 3813398"/>
              <a:gd name="connsiteX1" fmla="*/ 5024012 w 5024012"/>
              <a:gd name="connsiteY1" fmla="*/ 3813398 h 3813398"/>
              <a:gd name="connsiteX0" fmla="*/ 0 w 5024012"/>
              <a:gd name="connsiteY0" fmla="*/ 89441 h 2910632"/>
              <a:gd name="connsiteX1" fmla="*/ 5024012 w 5024012"/>
              <a:gd name="connsiteY1" fmla="*/ 2910632 h 2910632"/>
              <a:gd name="connsiteX0" fmla="*/ 0 w 4404887"/>
              <a:gd name="connsiteY0" fmla="*/ 1811130 h 1811130"/>
              <a:gd name="connsiteX1" fmla="*/ 4404887 w 4404887"/>
              <a:gd name="connsiteY1" fmla="*/ 955671 h 1811130"/>
              <a:gd name="connsiteX0" fmla="*/ 0 w 4404887"/>
              <a:gd name="connsiteY0" fmla="*/ 1045987 h 1045987"/>
              <a:gd name="connsiteX1" fmla="*/ 4404887 w 4404887"/>
              <a:gd name="connsiteY1" fmla="*/ 190528 h 1045987"/>
              <a:gd name="connsiteX0" fmla="*/ 0 w 4404887"/>
              <a:gd name="connsiteY0" fmla="*/ 997790 h 997790"/>
              <a:gd name="connsiteX1" fmla="*/ 4404887 w 4404887"/>
              <a:gd name="connsiteY1" fmla="*/ 142331 h 997790"/>
              <a:gd name="connsiteX0" fmla="*/ 355515 w 4760402"/>
              <a:gd name="connsiteY0" fmla="*/ 2016943 h 2016943"/>
              <a:gd name="connsiteX1" fmla="*/ 439637 w 4760402"/>
              <a:gd name="connsiteY1" fmla="*/ 0 h 2016943"/>
              <a:gd name="connsiteX2" fmla="*/ 4760402 w 4760402"/>
              <a:gd name="connsiteY2" fmla="*/ 1161484 h 2016943"/>
              <a:gd name="connsiteX0" fmla="*/ 355515 w 4760402"/>
              <a:gd name="connsiteY0" fmla="*/ 2016943 h 2016943"/>
              <a:gd name="connsiteX1" fmla="*/ 439637 w 4760402"/>
              <a:gd name="connsiteY1" fmla="*/ 0 h 2016943"/>
              <a:gd name="connsiteX2" fmla="*/ 4760402 w 4760402"/>
              <a:gd name="connsiteY2" fmla="*/ 1161484 h 2016943"/>
              <a:gd name="connsiteX0" fmla="*/ 0 w 4404887"/>
              <a:gd name="connsiteY0" fmla="*/ 2016943 h 2016943"/>
              <a:gd name="connsiteX1" fmla="*/ 84122 w 4404887"/>
              <a:gd name="connsiteY1" fmla="*/ 0 h 2016943"/>
              <a:gd name="connsiteX2" fmla="*/ 4404887 w 4404887"/>
              <a:gd name="connsiteY2" fmla="*/ 1161484 h 2016943"/>
              <a:gd name="connsiteX0" fmla="*/ 0 w 4404887"/>
              <a:gd name="connsiteY0" fmla="*/ 2016943 h 2016943"/>
              <a:gd name="connsiteX1" fmla="*/ 84122 w 4404887"/>
              <a:gd name="connsiteY1" fmla="*/ 0 h 2016943"/>
              <a:gd name="connsiteX2" fmla="*/ 4404887 w 4404887"/>
              <a:gd name="connsiteY2" fmla="*/ 1161484 h 2016943"/>
              <a:gd name="connsiteX0" fmla="*/ 0 w 4404887"/>
              <a:gd name="connsiteY0" fmla="*/ 855459 h 855459"/>
              <a:gd name="connsiteX1" fmla="*/ 4404887 w 4404887"/>
              <a:gd name="connsiteY1" fmla="*/ 0 h 855459"/>
              <a:gd name="connsiteX0" fmla="*/ 0 w 7003231"/>
              <a:gd name="connsiteY0" fmla="*/ 0 h 49888"/>
              <a:gd name="connsiteX1" fmla="*/ 7003231 w 7003231"/>
              <a:gd name="connsiteY1" fmla="*/ 49888 h 49888"/>
              <a:gd name="connsiteX0" fmla="*/ 0 w 7021338"/>
              <a:gd name="connsiteY0" fmla="*/ 0 h 212850"/>
              <a:gd name="connsiteX1" fmla="*/ 7021338 w 7021338"/>
              <a:gd name="connsiteY1" fmla="*/ 212850 h 212850"/>
              <a:gd name="connsiteX0" fmla="*/ 0 w 7021338"/>
              <a:gd name="connsiteY0" fmla="*/ 0 h 511615"/>
              <a:gd name="connsiteX1" fmla="*/ 7021338 w 7021338"/>
              <a:gd name="connsiteY1" fmla="*/ 511615 h 511615"/>
              <a:gd name="connsiteX0" fmla="*/ 15870 w 7037208"/>
              <a:gd name="connsiteY0" fmla="*/ 0 h 511615"/>
              <a:gd name="connsiteX1" fmla="*/ 87638 w 7037208"/>
              <a:gd name="connsiteY1" fmla="*/ 313383 h 511615"/>
              <a:gd name="connsiteX2" fmla="*/ 7037208 w 7037208"/>
              <a:gd name="connsiteY2" fmla="*/ 511615 h 511615"/>
              <a:gd name="connsiteX0" fmla="*/ 70809 w 7092147"/>
              <a:gd name="connsiteY0" fmla="*/ 0 h 511615"/>
              <a:gd name="connsiteX1" fmla="*/ 142577 w 7092147"/>
              <a:gd name="connsiteY1" fmla="*/ 313383 h 511615"/>
              <a:gd name="connsiteX2" fmla="*/ 7092147 w 7092147"/>
              <a:gd name="connsiteY2" fmla="*/ 511615 h 511615"/>
              <a:gd name="connsiteX0" fmla="*/ 2 w 7021340"/>
              <a:gd name="connsiteY0" fmla="*/ 0 h 511615"/>
              <a:gd name="connsiteX1" fmla="*/ 71770 w 7021340"/>
              <a:gd name="connsiteY1" fmla="*/ 313383 h 511615"/>
              <a:gd name="connsiteX2" fmla="*/ 7021340 w 7021340"/>
              <a:gd name="connsiteY2" fmla="*/ 511615 h 511615"/>
              <a:gd name="connsiteX0" fmla="*/ 3138631 w 6950044"/>
              <a:gd name="connsiteY0" fmla="*/ 2385769 h 2390555"/>
              <a:gd name="connsiteX1" fmla="*/ 474 w 6950044"/>
              <a:gd name="connsiteY1" fmla="*/ 3577 h 2390555"/>
              <a:gd name="connsiteX2" fmla="*/ 6950044 w 6950044"/>
              <a:gd name="connsiteY2" fmla="*/ 201809 h 2390555"/>
              <a:gd name="connsiteX0" fmla="*/ 1 w 3811414"/>
              <a:gd name="connsiteY0" fmla="*/ 3994158 h 3997162"/>
              <a:gd name="connsiteX1" fmla="*/ 500394 w 3811414"/>
              <a:gd name="connsiteY1" fmla="*/ 2241 h 3997162"/>
              <a:gd name="connsiteX2" fmla="*/ 3811414 w 3811414"/>
              <a:gd name="connsiteY2" fmla="*/ 1810198 h 3997162"/>
              <a:gd name="connsiteX0" fmla="*/ 1 w 1934989"/>
              <a:gd name="connsiteY0" fmla="*/ 3994158 h 3997162"/>
              <a:gd name="connsiteX1" fmla="*/ 500394 w 1934989"/>
              <a:gd name="connsiteY1" fmla="*/ 2241 h 3997162"/>
              <a:gd name="connsiteX2" fmla="*/ 1934989 w 1934989"/>
              <a:gd name="connsiteY2" fmla="*/ 1600648 h 3997162"/>
              <a:gd name="connsiteX0" fmla="*/ 0 w 2125488"/>
              <a:gd name="connsiteY0" fmla="*/ 4546354 h 4549018"/>
              <a:gd name="connsiteX1" fmla="*/ 690893 w 2125488"/>
              <a:gd name="connsiteY1" fmla="*/ 1987 h 4549018"/>
              <a:gd name="connsiteX2" fmla="*/ 2125488 w 2125488"/>
              <a:gd name="connsiteY2" fmla="*/ 1600394 h 4549018"/>
              <a:gd name="connsiteX0" fmla="*/ 0 w 2125488"/>
              <a:gd name="connsiteY0" fmla="*/ 4546089 h 4641686"/>
              <a:gd name="connsiteX1" fmla="*/ 690893 w 2125488"/>
              <a:gd name="connsiteY1" fmla="*/ 1722 h 4641686"/>
              <a:gd name="connsiteX2" fmla="*/ 2125488 w 2125488"/>
              <a:gd name="connsiteY2" fmla="*/ 1600129 h 4641686"/>
              <a:gd name="connsiteX0" fmla="*/ 0 w 2125488"/>
              <a:gd name="connsiteY0" fmla="*/ 4546089 h 4641686"/>
              <a:gd name="connsiteX1" fmla="*/ 690893 w 2125488"/>
              <a:gd name="connsiteY1" fmla="*/ 1722 h 4641686"/>
              <a:gd name="connsiteX2" fmla="*/ 2125488 w 2125488"/>
              <a:gd name="connsiteY2" fmla="*/ 1600129 h 4641686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2125488 w 2125488"/>
              <a:gd name="connsiteY2" fmla="*/ 1598407 h 4658917"/>
              <a:gd name="connsiteX0" fmla="*/ 0 w 2125488"/>
              <a:gd name="connsiteY0" fmla="*/ 4717778 h 4832328"/>
              <a:gd name="connsiteX1" fmla="*/ 690893 w 2125488"/>
              <a:gd name="connsiteY1" fmla="*/ 173411 h 4832328"/>
              <a:gd name="connsiteX2" fmla="*/ 457199 w 2125488"/>
              <a:gd name="connsiteY2" fmla="*/ 1039194 h 4832328"/>
              <a:gd name="connsiteX3" fmla="*/ 2125488 w 2125488"/>
              <a:gd name="connsiteY3" fmla="*/ 1771818 h 4832328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4479389"/>
              <a:gd name="connsiteY0" fmla="*/ 3367416 h 3515758"/>
              <a:gd name="connsiteX1" fmla="*/ 3044794 w 4479389"/>
              <a:gd name="connsiteY1" fmla="*/ 0 h 3515758"/>
              <a:gd name="connsiteX2" fmla="*/ 2811100 w 4479389"/>
              <a:gd name="connsiteY2" fmla="*/ 865783 h 3515758"/>
              <a:gd name="connsiteX3" fmla="*/ 4479389 w 4479389"/>
              <a:gd name="connsiteY3" fmla="*/ 1598407 h 3515758"/>
              <a:gd name="connsiteX0" fmla="*/ 0 w 3044796"/>
              <a:gd name="connsiteY0" fmla="*/ 3367416 h 3515758"/>
              <a:gd name="connsiteX1" fmla="*/ 3044794 w 3044796"/>
              <a:gd name="connsiteY1" fmla="*/ 0 h 3515758"/>
              <a:gd name="connsiteX2" fmla="*/ 2811100 w 3044796"/>
              <a:gd name="connsiteY2" fmla="*/ 865783 h 3515758"/>
              <a:gd name="connsiteX3" fmla="*/ 758415 w 3044796"/>
              <a:gd name="connsiteY3" fmla="*/ 430510 h 3515758"/>
              <a:gd name="connsiteX0" fmla="*/ 0 w 3044796"/>
              <a:gd name="connsiteY0" fmla="*/ 3367416 h 5030508"/>
              <a:gd name="connsiteX1" fmla="*/ 3044794 w 3044796"/>
              <a:gd name="connsiteY1" fmla="*/ 0 h 5030508"/>
              <a:gd name="connsiteX2" fmla="*/ 629215 w 3044796"/>
              <a:gd name="connsiteY2" fmla="*/ 5030377 h 5030508"/>
              <a:gd name="connsiteX3" fmla="*/ 758415 w 3044796"/>
              <a:gd name="connsiteY3" fmla="*/ 430510 h 5030508"/>
              <a:gd name="connsiteX0" fmla="*/ 0 w 758415"/>
              <a:gd name="connsiteY0" fmla="*/ 2936906 h 4713386"/>
              <a:gd name="connsiteX1" fmla="*/ 57151 w 758415"/>
              <a:gd name="connsiteY1" fmla="*/ 4422148 h 4713386"/>
              <a:gd name="connsiteX2" fmla="*/ 629215 w 758415"/>
              <a:gd name="connsiteY2" fmla="*/ 4599867 h 4713386"/>
              <a:gd name="connsiteX3" fmla="*/ 758415 w 758415"/>
              <a:gd name="connsiteY3" fmla="*/ 0 h 4713386"/>
              <a:gd name="connsiteX0" fmla="*/ 0 w 758415"/>
              <a:gd name="connsiteY0" fmla="*/ 2936906 h 4610866"/>
              <a:gd name="connsiteX1" fmla="*/ 57151 w 758415"/>
              <a:gd name="connsiteY1" fmla="*/ 4422148 h 4610866"/>
              <a:gd name="connsiteX2" fmla="*/ 629215 w 758415"/>
              <a:gd name="connsiteY2" fmla="*/ 4599867 h 4610866"/>
              <a:gd name="connsiteX3" fmla="*/ 758415 w 758415"/>
              <a:gd name="connsiteY3" fmla="*/ 0 h 4610866"/>
              <a:gd name="connsiteX0" fmla="*/ 0 w 758415"/>
              <a:gd name="connsiteY0" fmla="*/ 2936906 h 4638494"/>
              <a:gd name="connsiteX1" fmla="*/ 57151 w 758415"/>
              <a:gd name="connsiteY1" fmla="*/ 4422148 h 4638494"/>
              <a:gd name="connsiteX2" fmla="*/ 629215 w 758415"/>
              <a:gd name="connsiteY2" fmla="*/ 4599867 h 4638494"/>
              <a:gd name="connsiteX3" fmla="*/ 758415 w 758415"/>
              <a:gd name="connsiteY3" fmla="*/ 0 h 4638494"/>
              <a:gd name="connsiteX0" fmla="*/ 6843 w 701884"/>
              <a:gd name="connsiteY0" fmla="*/ 2864478 h 4638494"/>
              <a:gd name="connsiteX1" fmla="*/ 620 w 701884"/>
              <a:gd name="connsiteY1" fmla="*/ 4422148 h 4638494"/>
              <a:gd name="connsiteX2" fmla="*/ 572684 w 701884"/>
              <a:gd name="connsiteY2" fmla="*/ 4599867 h 4638494"/>
              <a:gd name="connsiteX3" fmla="*/ 701884 w 701884"/>
              <a:gd name="connsiteY3" fmla="*/ 0 h 4638494"/>
              <a:gd name="connsiteX0" fmla="*/ 7422 w 702463"/>
              <a:gd name="connsiteY0" fmla="*/ 2864478 h 4683104"/>
              <a:gd name="connsiteX1" fmla="*/ 1199 w 702463"/>
              <a:gd name="connsiteY1" fmla="*/ 4422148 h 4683104"/>
              <a:gd name="connsiteX2" fmla="*/ 573263 w 702463"/>
              <a:gd name="connsiteY2" fmla="*/ 4599867 h 4683104"/>
              <a:gd name="connsiteX3" fmla="*/ 702463 w 702463"/>
              <a:gd name="connsiteY3" fmla="*/ 0 h 4683104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655997"/>
              <a:gd name="connsiteY0" fmla="*/ 2900692 h 4641422"/>
              <a:gd name="connsiteX1" fmla="*/ 0 w 655997"/>
              <a:gd name="connsiteY1" fmla="*/ 4458362 h 4641422"/>
              <a:gd name="connsiteX2" fmla="*/ 572064 w 655997"/>
              <a:gd name="connsiteY2" fmla="*/ 4636081 h 4641422"/>
              <a:gd name="connsiteX3" fmla="*/ 655997 w 655997"/>
              <a:gd name="connsiteY3" fmla="*/ 0 h 4641422"/>
              <a:gd name="connsiteX0" fmla="*/ 87704 w 655997"/>
              <a:gd name="connsiteY0" fmla="*/ 4005214 h 4641422"/>
              <a:gd name="connsiteX1" fmla="*/ 0 w 655997"/>
              <a:gd name="connsiteY1" fmla="*/ 4458362 h 4641422"/>
              <a:gd name="connsiteX2" fmla="*/ 572064 w 655997"/>
              <a:gd name="connsiteY2" fmla="*/ 4636081 h 4641422"/>
              <a:gd name="connsiteX3" fmla="*/ 655997 w 655997"/>
              <a:gd name="connsiteY3" fmla="*/ 0 h 4641422"/>
              <a:gd name="connsiteX0" fmla="*/ 87704 w 572064"/>
              <a:gd name="connsiteY0" fmla="*/ 4258711 h 4894919"/>
              <a:gd name="connsiteX1" fmla="*/ 0 w 572064"/>
              <a:gd name="connsiteY1" fmla="*/ 4711859 h 4894919"/>
              <a:gd name="connsiteX2" fmla="*/ 572064 w 572064"/>
              <a:gd name="connsiteY2" fmla="*/ 4889578 h 4894919"/>
              <a:gd name="connsiteX3" fmla="*/ 167109 w 572064"/>
              <a:gd name="connsiteY3" fmla="*/ 0 h 4894919"/>
              <a:gd name="connsiteX0" fmla="*/ 0 w 484360"/>
              <a:gd name="connsiteY0" fmla="*/ 4258711 h 5111371"/>
              <a:gd name="connsiteX1" fmla="*/ 484360 w 484360"/>
              <a:gd name="connsiteY1" fmla="*/ 4889578 h 5111371"/>
              <a:gd name="connsiteX2" fmla="*/ 79405 w 484360"/>
              <a:gd name="connsiteY2" fmla="*/ 0 h 5111371"/>
              <a:gd name="connsiteX0" fmla="*/ 0 w 79405"/>
              <a:gd name="connsiteY0" fmla="*/ 4258711 h 4258711"/>
              <a:gd name="connsiteX1" fmla="*/ 79405 w 79405"/>
              <a:gd name="connsiteY1" fmla="*/ 0 h 4258711"/>
              <a:gd name="connsiteX0" fmla="*/ 0 w 70351"/>
              <a:gd name="connsiteY0" fmla="*/ 4267765 h 4267765"/>
              <a:gd name="connsiteX1" fmla="*/ 70351 w 70351"/>
              <a:gd name="connsiteY1" fmla="*/ 0 h 4267765"/>
              <a:gd name="connsiteX0" fmla="*/ 0 w 70351"/>
              <a:gd name="connsiteY0" fmla="*/ 4258711 h 4258711"/>
              <a:gd name="connsiteX1" fmla="*/ 70351 w 70351"/>
              <a:gd name="connsiteY1" fmla="*/ 0 h 4258711"/>
              <a:gd name="connsiteX0" fmla="*/ 0 w 170728"/>
              <a:gd name="connsiteY0" fmla="*/ 4340838 h 4340838"/>
              <a:gd name="connsiteX1" fmla="*/ 170728 w 170728"/>
              <a:gd name="connsiteY1" fmla="*/ 0 h 4340838"/>
              <a:gd name="connsiteX0" fmla="*/ 27573 w 198301"/>
              <a:gd name="connsiteY0" fmla="*/ 4341973 h 4341973"/>
              <a:gd name="connsiteX1" fmla="*/ 198301 w 198301"/>
              <a:gd name="connsiteY1" fmla="*/ 1135 h 4341973"/>
              <a:gd name="connsiteX0" fmla="*/ 20914 w 191642"/>
              <a:gd name="connsiteY0" fmla="*/ 4347251 h 4347251"/>
              <a:gd name="connsiteX1" fmla="*/ 191642 w 191642"/>
              <a:gd name="connsiteY1" fmla="*/ 6413 h 4347251"/>
              <a:gd name="connsiteX0" fmla="*/ 0 w 225479"/>
              <a:gd name="connsiteY0" fmla="*/ 4302126 h 4302126"/>
              <a:gd name="connsiteX1" fmla="*/ 225480 w 225479"/>
              <a:gd name="connsiteY1" fmla="*/ 6914 h 4302126"/>
              <a:gd name="connsiteX0" fmla="*/ 0 w 225480"/>
              <a:gd name="connsiteY0" fmla="*/ 4303052 h 4303052"/>
              <a:gd name="connsiteX1" fmla="*/ 225480 w 225480"/>
              <a:gd name="connsiteY1" fmla="*/ 7840 h 4303052"/>
              <a:gd name="connsiteX0" fmla="*/ 1761519 w 1762134"/>
              <a:gd name="connsiteY0" fmla="*/ 1661532 h 2348691"/>
              <a:gd name="connsiteX1" fmla="*/ 34202 w 1762134"/>
              <a:gd name="connsiteY1" fmla="*/ 2348692 h 2348691"/>
              <a:gd name="connsiteX0" fmla="*/ 1923503 w 1924072"/>
              <a:gd name="connsiteY0" fmla="*/ 1188536 h 4887019"/>
              <a:gd name="connsiteX1" fmla="*/ 31931 w 1924072"/>
              <a:gd name="connsiteY1" fmla="*/ 4887020 h 4887019"/>
              <a:gd name="connsiteX0" fmla="*/ 1994990 w 1994990"/>
              <a:gd name="connsiteY0" fmla="*/ 32438 h 3730922"/>
              <a:gd name="connsiteX1" fmla="*/ 0 w 1994990"/>
              <a:gd name="connsiteY1" fmla="*/ 1533786 h 3730922"/>
              <a:gd name="connsiteX2" fmla="*/ 103418 w 1994990"/>
              <a:gd name="connsiteY2" fmla="*/ 3730922 h 3730922"/>
              <a:gd name="connsiteX0" fmla="*/ 1994990 w 1994990"/>
              <a:gd name="connsiteY0" fmla="*/ 32438 h 3730922"/>
              <a:gd name="connsiteX1" fmla="*/ 0 w 1994990"/>
              <a:gd name="connsiteY1" fmla="*/ 1533786 h 3730922"/>
              <a:gd name="connsiteX2" fmla="*/ 103418 w 1994990"/>
              <a:gd name="connsiteY2" fmla="*/ 3730922 h 3730922"/>
              <a:gd name="connsiteX0" fmla="*/ 1994990 w 1994990"/>
              <a:gd name="connsiteY0" fmla="*/ 0 h 3698484"/>
              <a:gd name="connsiteX1" fmla="*/ 0 w 1994990"/>
              <a:gd name="connsiteY1" fmla="*/ 1501348 h 3698484"/>
              <a:gd name="connsiteX2" fmla="*/ 103418 w 1994990"/>
              <a:gd name="connsiteY2" fmla="*/ 3698484 h 3698484"/>
              <a:gd name="connsiteX0" fmla="*/ 1967614 w 1967614"/>
              <a:gd name="connsiteY0" fmla="*/ 0 h 3698484"/>
              <a:gd name="connsiteX1" fmla="*/ 0 w 1967614"/>
              <a:gd name="connsiteY1" fmla="*/ 1501348 h 3698484"/>
              <a:gd name="connsiteX2" fmla="*/ 76042 w 1967614"/>
              <a:gd name="connsiteY2" fmla="*/ 3698484 h 3698484"/>
              <a:gd name="connsiteX0" fmla="*/ 1967614 w 1967614"/>
              <a:gd name="connsiteY0" fmla="*/ 0 h 3652858"/>
              <a:gd name="connsiteX1" fmla="*/ 0 w 1967614"/>
              <a:gd name="connsiteY1" fmla="*/ 1501348 h 3652858"/>
              <a:gd name="connsiteX2" fmla="*/ 30416 w 1967614"/>
              <a:gd name="connsiteY2" fmla="*/ 3652858 h 3652858"/>
              <a:gd name="connsiteX0" fmla="*/ 1219346 w 1219346"/>
              <a:gd name="connsiteY0" fmla="*/ 907710 h 2151510"/>
              <a:gd name="connsiteX1" fmla="*/ 0 w 1219346"/>
              <a:gd name="connsiteY1" fmla="*/ 0 h 2151510"/>
              <a:gd name="connsiteX2" fmla="*/ 30416 w 1219346"/>
              <a:gd name="connsiteY2" fmla="*/ 2151510 h 2151510"/>
              <a:gd name="connsiteX0" fmla="*/ 1219346 w 1910210"/>
              <a:gd name="connsiteY0" fmla="*/ 907710 h 2635147"/>
              <a:gd name="connsiteX1" fmla="*/ 0 w 1910210"/>
              <a:gd name="connsiteY1" fmla="*/ 0 h 2635147"/>
              <a:gd name="connsiteX2" fmla="*/ 1910210 w 1910210"/>
              <a:gd name="connsiteY2" fmla="*/ 2635147 h 2635147"/>
              <a:gd name="connsiteX0" fmla="*/ 0 w 690864"/>
              <a:gd name="connsiteY0" fmla="*/ 0 h 1727437"/>
              <a:gd name="connsiteX1" fmla="*/ 690864 w 690864"/>
              <a:gd name="connsiteY1" fmla="*/ 1727437 h 1727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0864" h="1727437">
                <a:moveTo>
                  <a:pt x="0" y="0"/>
                </a:moveTo>
                <a:lnTo>
                  <a:pt x="690864" y="1727437"/>
                </a:ln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Bulle narrative : rectangle à coins arrondis 29">
            <a:extLst>
              <a:ext uri="{FF2B5EF4-FFF2-40B4-BE49-F238E27FC236}">
                <a16:creationId xmlns:a16="http://schemas.microsoft.com/office/drawing/2014/main" id="{19D61061-3DA0-7F8C-CE82-AF2FD4381D90}"/>
              </a:ext>
            </a:extLst>
          </p:cNvPr>
          <p:cNvSpPr/>
          <p:nvPr/>
        </p:nvSpPr>
        <p:spPr>
          <a:xfrm>
            <a:off x="1219200" y="4947444"/>
            <a:ext cx="1165123" cy="410768"/>
          </a:xfrm>
          <a:prstGeom prst="wedgeRoundRectCallout">
            <a:avLst>
              <a:gd name="adj1" fmla="val 57256"/>
              <a:gd name="adj2" fmla="val -136492"/>
              <a:gd name="adj3" fmla="val 16667"/>
            </a:avLst>
          </a:prstGeom>
          <a:solidFill>
            <a:schemeClr val="accent6">
              <a:lumMod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Nouvelle chambre L1T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A076FA1-C032-6EAD-CA60-ADD92F111703}"/>
              </a:ext>
            </a:extLst>
          </p:cNvPr>
          <p:cNvSpPr txBox="1"/>
          <p:nvPr/>
        </p:nvSpPr>
        <p:spPr>
          <a:xfrm>
            <a:off x="5158008" y="836711"/>
            <a:ext cx="232268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Passage dans faux plafond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53E7A31-CBC7-439C-A9D6-62030C2E4D17}"/>
              </a:ext>
            </a:extLst>
          </p:cNvPr>
          <p:cNvSpPr txBox="1"/>
          <p:nvPr/>
        </p:nvSpPr>
        <p:spPr>
          <a:xfrm>
            <a:off x="448376" y="1085394"/>
            <a:ext cx="214242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Passage dans Tranchée terre végétale</a:t>
            </a:r>
          </a:p>
        </p:txBody>
      </p:sp>
      <p:sp>
        <p:nvSpPr>
          <p:cNvPr id="33" name="Bulle narrative : rectangle à coins arrondis 32">
            <a:extLst>
              <a:ext uri="{FF2B5EF4-FFF2-40B4-BE49-F238E27FC236}">
                <a16:creationId xmlns:a16="http://schemas.microsoft.com/office/drawing/2014/main" id="{BEED5375-1999-B4DB-A02E-2B80C64681CF}"/>
              </a:ext>
            </a:extLst>
          </p:cNvPr>
          <p:cNvSpPr/>
          <p:nvPr/>
        </p:nvSpPr>
        <p:spPr>
          <a:xfrm>
            <a:off x="7105562" y="2672093"/>
            <a:ext cx="1165123" cy="419100"/>
          </a:xfrm>
          <a:prstGeom prst="wedgeRoundRectCallout">
            <a:avLst>
              <a:gd name="adj1" fmla="val -78461"/>
              <a:gd name="adj2" fmla="val 24574"/>
              <a:gd name="adj3" fmla="val 16667"/>
            </a:avLst>
          </a:prstGeom>
          <a:solidFill>
            <a:srgbClr val="00B0F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Descente en goulotte</a:t>
            </a:r>
          </a:p>
        </p:txBody>
      </p:sp>
      <p:sp>
        <p:nvSpPr>
          <p:cNvPr id="2" name="Bulle narrative : rectangle à coins arrondis 1">
            <a:extLst>
              <a:ext uri="{FF2B5EF4-FFF2-40B4-BE49-F238E27FC236}">
                <a16:creationId xmlns:a16="http://schemas.microsoft.com/office/drawing/2014/main" id="{1C7B611A-FAFF-DCEB-44B0-C8DC1A2D376E}"/>
              </a:ext>
            </a:extLst>
          </p:cNvPr>
          <p:cNvSpPr/>
          <p:nvPr/>
        </p:nvSpPr>
        <p:spPr>
          <a:xfrm>
            <a:off x="3626865" y="4697377"/>
            <a:ext cx="1273211" cy="455451"/>
          </a:xfrm>
          <a:prstGeom prst="wedgeRoundRectCallout">
            <a:avLst>
              <a:gd name="adj1" fmla="val -51538"/>
              <a:gd name="adj2" fmla="val 101544"/>
              <a:gd name="adj3" fmla="val 16667"/>
            </a:avLst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Tranchée terre végétale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3246F-D524-F9B5-F46C-8D91E019E78D}"/>
              </a:ext>
            </a:extLst>
          </p:cNvPr>
          <p:cNvSpPr/>
          <p:nvPr/>
        </p:nvSpPr>
        <p:spPr>
          <a:xfrm>
            <a:off x="371203" y="616759"/>
            <a:ext cx="914400" cy="2693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F8367-2AFE-E632-8C25-D7C6566D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85AB438-2116-CDC3-15A0-3172CF534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217" y="140424"/>
            <a:ext cx="4515565" cy="60186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DD1BC71-12FA-3601-CB6A-BE9BD13E6137}"/>
              </a:ext>
            </a:extLst>
          </p:cNvPr>
          <p:cNvSpPr/>
          <p:nvPr/>
        </p:nvSpPr>
        <p:spPr>
          <a:xfrm rot="731422">
            <a:off x="3487283" y="3276314"/>
            <a:ext cx="754025" cy="264676"/>
          </a:xfrm>
          <a:prstGeom prst="rect">
            <a:avLst/>
          </a:prstGeom>
          <a:solidFill>
            <a:srgbClr val="92D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A7EB064-7790-D4CE-F89C-6382E0C7AC45}"/>
              </a:ext>
            </a:extLst>
          </p:cNvPr>
          <p:cNvGrpSpPr>
            <a:grpSpLocks noChangeAspect="1"/>
          </p:cNvGrpSpPr>
          <p:nvPr/>
        </p:nvGrpSpPr>
        <p:grpSpPr>
          <a:xfrm rot="21386936">
            <a:off x="3632021" y="3798802"/>
            <a:ext cx="1368000" cy="102593"/>
            <a:chOff x="7356657" y="3436502"/>
            <a:chExt cx="842539" cy="1939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FF757D-DEA7-B3C7-54BF-9ADBC4AD04CF}"/>
                </a:ext>
              </a:extLst>
            </p:cNvPr>
            <p:cNvSpPr/>
            <p:nvPr/>
          </p:nvSpPr>
          <p:spPr>
            <a:xfrm>
              <a:off x="7356839" y="3436502"/>
              <a:ext cx="842357" cy="1939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Parallélogramme 5">
              <a:extLst>
                <a:ext uri="{FF2B5EF4-FFF2-40B4-BE49-F238E27FC236}">
                  <a16:creationId xmlns:a16="http://schemas.microsoft.com/office/drawing/2014/main" id="{96D03CE5-98C5-ADE7-D001-2691036917C3}"/>
                </a:ext>
              </a:extLst>
            </p:cNvPr>
            <p:cNvSpPr/>
            <p:nvPr/>
          </p:nvSpPr>
          <p:spPr>
            <a:xfrm>
              <a:off x="7356657" y="3436502"/>
              <a:ext cx="282575" cy="193937"/>
            </a:xfrm>
            <a:prstGeom prst="parallelogram">
              <a:avLst>
                <a:gd name="adj" fmla="val 85574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Parallélogramme 6">
              <a:extLst>
                <a:ext uri="{FF2B5EF4-FFF2-40B4-BE49-F238E27FC236}">
                  <a16:creationId xmlns:a16="http://schemas.microsoft.com/office/drawing/2014/main" id="{D17A115D-EF72-3621-71CB-B72DA8BEDEE3}"/>
                </a:ext>
              </a:extLst>
            </p:cNvPr>
            <p:cNvSpPr/>
            <p:nvPr/>
          </p:nvSpPr>
          <p:spPr>
            <a:xfrm>
              <a:off x="7636730" y="3436502"/>
              <a:ext cx="282575" cy="193937"/>
            </a:xfrm>
            <a:prstGeom prst="parallelogram">
              <a:avLst>
                <a:gd name="adj" fmla="val 85574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Parallélogramme 7">
              <a:extLst>
                <a:ext uri="{FF2B5EF4-FFF2-40B4-BE49-F238E27FC236}">
                  <a16:creationId xmlns:a16="http://schemas.microsoft.com/office/drawing/2014/main" id="{4C1F6E00-D9CA-5A18-9D47-D15793A15907}"/>
                </a:ext>
              </a:extLst>
            </p:cNvPr>
            <p:cNvSpPr/>
            <p:nvPr/>
          </p:nvSpPr>
          <p:spPr>
            <a:xfrm>
              <a:off x="7916621" y="3436502"/>
              <a:ext cx="282575" cy="193937"/>
            </a:xfrm>
            <a:prstGeom prst="parallelogram">
              <a:avLst>
                <a:gd name="adj" fmla="val 85574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3F66E396-B9F7-5915-0366-C63E716967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grpSp>
        <p:nvGrpSpPr>
          <p:cNvPr id="32" name="object 22">
            <a:extLst>
              <a:ext uri="{FF2B5EF4-FFF2-40B4-BE49-F238E27FC236}">
                <a16:creationId xmlns:a16="http://schemas.microsoft.com/office/drawing/2014/main" id="{E19E0204-E27B-87EB-84DE-CB3837A077DD}"/>
              </a:ext>
            </a:extLst>
          </p:cNvPr>
          <p:cNvGrpSpPr/>
          <p:nvPr/>
        </p:nvGrpSpPr>
        <p:grpSpPr>
          <a:xfrm>
            <a:off x="3969000" y="3188853"/>
            <a:ext cx="643673" cy="463908"/>
            <a:chOff x="768095" y="2462783"/>
            <a:chExt cx="281940" cy="203200"/>
          </a:xfrm>
        </p:grpSpPr>
        <p:sp>
          <p:nvSpPr>
            <p:cNvPr id="33" name="object 23">
              <a:extLst>
                <a:ext uri="{FF2B5EF4-FFF2-40B4-BE49-F238E27FC236}">
                  <a16:creationId xmlns:a16="http://schemas.microsoft.com/office/drawing/2014/main" id="{6AF48AA1-6B18-7E00-6D84-5F967449CED0}"/>
                </a:ext>
              </a:extLst>
            </p:cNvPr>
            <p:cNvSpPr/>
            <p:nvPr/>
          </p:nvSpPr>
          <p:spPr>
            <a:xfrm>
              <a:off x="774191" y="2468879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134873" y="0"/>
                  </a:moveTo>
                  <a:lnTo>
                    <a:pt x="89916" y="47625"/>
                  </a:lnTo>
                  <a:lnTo>
                    <a:pt x="0" y="47625"/>
                  </a:lnTo>
                  <a:lnTo>
                    <a:pt x="44957" y="95250"/>
                  </a:lnTo>
                  <a:lnTo>
                    <a:pt x="0" y="142875"/>
                  </a:lnTo>
                  <a:lnTo>
                    <a:pt x="89916" y="142875"/>
                  </a:lnTo>
                  <a:lnTo>
                    <a:pt x="134873" y="190500"/>
                  </a:lnTo>
                  <a:lnTo>
                    <a:pt x="179832" y="142875"/>
                  </a:lnTo>
                  <a:lnTo>
                    <a:pt x="269748" y="142875"/>
                  </a:lnTo>
                  <a:lnTo>
                    <a:pt x="224789" y="95250"/>
                  </a:lnTo>
                  <a:lnTo>
                    <a:pt x="269748" y="47625"/>
                  </a:lnTo>
                  <a:lnTo>
                    <a:pt x="179832" y="47625"/>
                  </a:lnTo>
                  <a:lnTo>
                    <a:pt x="134873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4">
              <a:extLst>
                <a:ext uri="{FF2B5EF4-FFF2-40B4-BE49-F238E27FC236}">
                  <a16:creationId xmlns:a16="http://schemas.microsoft.com/office/drawing/2014/main" id="{53EE5467-DDFB-E012-6BDE-9829D8FF46E0}"/>
                </a:ext>
              </a:extLst>
            </p:cNvPr>
            <p:cNvSpPr/>
            <p:nvPr/>
          </p:nvSpPr>
          <p:spPr>
            <a:xfrm>
              <a:off x="774191" y="2468879"/>
              <a:ext cx="269875" cy="190500"/>
            </a:xfrm>
            <a:custGeom>
              <a:avLst/>
              <a:gdLst/>
              <a:ahLst/>
              <a:cxnLst/>
              <a:rect l="l" t="t" r="r" b="b"/>
              <a:pathLst>
                <a:path w="269875" h="190500">
                  <a:moveTo>
                    <a:pt x="0" y="47625"/>
                  </a:moveTo>
                  <a:lnTo>
                    <a:pt x="89916" y="47625"/>
                  </a:lnTo>
                  <a:lnTo>
                    <a:pt x="134873" y="0"/>
                  </a:lnTo>
                  <a:lnTo>
                    <a:pt x="179832" y="47625"/>
                  </a:lnTo>
                  <a:lnTo>
                    <a:pt x="269748" y="47625"/>
                  </a:lnTo>
                  <a:lnTo>
                    <a:pt x="224789" y="95250"/>
                  </a:lnTo>
                  <a:lnTo>
                    <a:pt x="269748" y="142875"/>
                  </a:lnTo>
                  <a:lnTo>
                    <a:pt x="179832" y="142875"/>
                  </a:lnTo>
                  <a:lnTo>
                    <a:pt x="134873" y="190500"/>
                  </a:lnTo>
                  <a:lnTo>
                    <a:pt x="89916" y="142875"/>
                  </a:lnTo>
                  <a:lnTo>
                    <a:pt x="0" y="142875"/>
                  </a:lnTo>
                  <a:lnTo>
                    <a:pt x="44957" y="95250"/>
                  </a:lnTo>
                  <a:lnTo>
                    <a:pt x="0" y="47625"/>
                  </a:lnTo>
                  <a:close/>
                </a:path>
              </a:pathLst>
            </a:custGeom>
            <a:ln w="12192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2">
            <a:extLst>
              <a:ext uri="{FF2B5EF4-FFF2-40B4-BE49-F238E27FC236}">
                <a16:creationId xmlns:a16="http://schemas.microsoft.com/office/drawing/2014/main" id="{98FE2C3F-FEFD-0D21-9773-4F930EA1E7D5}"/>
              </a:ext>
            </a:extLst>
          </p:cNvPr>
          <p:cNvSpPr txBox="1"/>
          <p:nvPr/>
        </p:nvSpPr>
        <p:spPr>
          <a:xfrm>
            <a:off x="5206" y="2650214"/>
            <a:ext cx="147955" cy="156019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65" dirty="0">
                <a:solidFill>
                  <a:srgbClr val="EDEBE0"/>
                </a:solidFill>
                <a:latin typeface="Trebuchet MS"/>
                <a:cs typeface="Trebuchet MS"/>
              </a:rPr>
              <a:t>©</a:t>
            </a:r>
            <a:r>
              <a:rPr sz="800" spc="4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copyright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EDEBE0"/>
                </a:solidFill>
                <a:latin typeface="Trebuchet MS"/>
                <a:cs typeface="Trebuchet MS"/>
              </a:rPr>
              <a:t>ensio</a:t>
            </a:r>
            <a:r>
              <a:rPr sz="800" spc="30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114" dirty="0">
                <a:solidFill>
                  <a:srgbClr val="EDEBE0"/>
                </a:solidFill>
                <a:latin typeface="Trebuchet MS"/>
                <a:cs typeface="Trebuchet MS"/>
              </a:rPr>
              <a:t>-</a:t>
            </a:r>
            <a:r>
              <a:rPr sz="800" spc="30" dirty="0">
                <a:solidFill>
                  <a:srgbClr val="EDEBE0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EDEBE0"/>
                </a:solidFill>
                <a:latin typeface="Trebuchet MS"/>
                <a:cs typeface="Trebuchet MS"/>
              </a:rPr>
              <a:t>confidentiel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BD0BBEB-C797-0653-D381-80BF77C14A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648200"/>
            <a:ext cx="428430" cy="212984"/>
          </a:xfrm>
          <a:prstGeom prst="rect">
            <a:avLst/>
          </a:prstGeom>
        </p:spPr>
      </p:pic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A0C0345A-C9BC-9D90-746F-34D1D6487AE6}"/>
              </a:ext>
            </a:extLst>
          </p:cNvPr>
          <p:cNvSpPr/>
          <p:nvPr/>
        </p:nvSpPr>
        <p:spPr>
          <a:xfrm>
            <a:off x="3490785" y="3318848"/>
            <a:ext cx="739753" cy="165711"/>
          </a:xfrm>
          <a:custGeom>
            <a:avLst/>
            <a:gdLst>
              <a:gd name="connsiteX0" fmla="*/ 0 w 4979406"/>
              <a:gd name="connsiteY0" fmla="*/ 254827 h 254827"/>
              <a:gd name="connsiteX1" fmla="*/ 4979406 w 4979406"/>
              <a:gd name="connsiteY1" fmla="*/ 10383 h 254827"/>
              <a:gd name="connsiteX0" fmla="*/ 0 w 4119326"/>
              <a:gd name="connsiteY0" fmla="*/ 4747 h 3263994"/>
              <a:gd name="connsiteX1" fmla="*/ 4119326 w 4119326"/>
              <a:gd name="connsiteY1" fmla="*/ 3263994 h 3263994"/>
              <a:gd name="connsiteX0" fmla="*/ 0 w 4119326"/>
              <a:gd name="connsiteY0" fmla="*/ 14406 h 3273653"/>
              <a:gd name="connsiteX1" fmla="*/ 4119326 w 4119326"/>
              <a:gd name="connsiteY1" fmla="*/ 3273653 h 3273653"/>
              <a:gd name="connsiteX0" fmla="*/ 0 w 3757187"/>
              <a:gd name="connsiteY0" fmla="*/ 12502 h 3452818"/>
              <a:gd name="connsiteX1" fmla="*/ 3757187 w 3757187"/>
              <a:gd name="connsiteY1" fmla="*/ 3452818 h 3452818"/>
              <a:gd name="connsiteX0" fmla="*/ 0 w 3757187"/>
              <a:gd name="connsiteY0" fmla="*/ 889654 h 4329970"/>
              <a:gd name="connsiteX1" fmla="*/ 3757187 w 3757187"/>
              <a:gd name="connsiteY1" fmla="*/ 4329970 h 4329970"/>
              <a:gd name="connsiteX0" fmla="*/ 0 w 5024012"/>
              <a:gd name="connsiteY0" fmla="*/ 992207 h 3813398"/>
              <a:gd name="connsiteX1" fmla="*/ 5024012 w 5024012"/>
              <a:gd name="connsiteY1" fmla="*/ 3813398 h 3813398"/>
              <a:gd name="connsiteX0" fmla="*/ 0 w 5024012"/>
              <a:gd name="connsiteY0" fmla="*/ 89441 h 2910632"/>
              <a:gd name="connsiteX1" fmla="*/ 5024012 w 5024012"/>
              <a:gd name="connsiteY1" fmla="*/ 2910632 h 2910632"/>
              <a:gd name="connsiteX0" fmla="*/ 0 w 4404887"/>
              <a:gd name="connsiteY0" fmla="*/ 1811130 h 1811130"/>
              <a:gd name="connsiteX1" fmla="*/ 4404887 w 4404887"/>
              <a:gd name="connsiteY1" fmla="*/ 955671 h 1811130"/>
              <a:gd name="connsiteX0" fmla="*/ 0 w 4404887"/>
              <a:gd name="connsiteY0" fmla="*/ 1045987 h 1045987"/>
              <a:gd name="connsiteX1" fmla="*/ 4404887 w 4404887"/>
              <a:gd name="connsiteY1" fmla="*/ 190528 h 1045987"/>
              <a:gd name="connsiteX0" fmla="*/ 0 w 4404887"/>
              <a:gd name="connsiteY0" fmla="*/ 997790 h 997790"/>
              <a:gd name="connsiteX1" fmla="*/ 4404887 w 4404887"/>
              <a:gd name="connsiteY1" fmla="*/ 142331 h 997790"/>
              <a:gd name="connsiteX0" fmla="*/ 355515 w 4760402"/>
              <a:gd name="connsiteY0" fmla="*/ 2016943 h 2016943"/>
              <a:gd name="connsiteX1" fmla="*/ 439637 w 4760402"/>
              <a:gd name="connsiteY1" fmla="*/ 0 h 2016943"/>
              <a:gd name="connsiteX2" fmla="*/ 4760402 w 4760402"/>
              <a:gd name="connsiteY2" fmla="*/ 1161484 h 2016943"/>
              <a:gd name="connsiteX0" fmla="*/ 355515 w 4760402"/>
              <a:gd name="connsiteY0" fmla="*/ 2016943 h 2016943"/>
              <a:gd name="connsiteX1" fmla="*/ 439637 w 4760402"/>
              <a:gd name="connsiteY1" fmla="*/ 0 h 2016943"/>
              <a:gd name="connsiteX2" fmla="*/ 4760402 w 4760402"/>
              <a:gd name="connsiteY2" fmla="*/ 1161484 h 2016943"/>
              <a:gd name="connsiteX0" fmla="*/ 0 w 4404887"/>
              <a:gd name="connsiteY0" fmla="*/ 2016943 h 2016943"/>
              <a:gd name="connsiteX1" fmla="*/ 84122 w 4404887"/>
              <a:gd name="connsiteY1" fmla="*/ 0 h 2016943"/>
              <a:gd name="connsiteX2" fmla="*/ 4404887 w 4404887"/>
              <a:gd name="connsiteY2" fmla="*/ 1161484 h 2016943"/>
              <a:gd name="connsiteX0" fmla="*/ 0 w 4404887"/>
              <a:gd name="connsiteY0" fmla="*/ 2016943 h 2016943"/>
              <a:gd name="connsiteX1" fmla="*/ 84122 w 4404887"/>
              <a:gd name="connsiteY1" fmla="*/ 0 h 2016943"/>
              <a:gd name="connsiteX2" fmla="*/ 4404887 w 4404887"/>
              <a:gd name="connsiteY2" fmla="*/ 1161484 h 2016943"/>
              <a:gd name="connsiteX0" fmla="*/ 0 w 4404887"/>
              <a:gd name="connsiteY0" fmla="*/ 855459 h 855459"/>
              <a:gd name="connsiteX1" fmla="*/ 4404887 w 4404887"/>
              <a:gd name="connsiteY1" fmla="*/ 0 h 855459"/>
              <a:gd name="connsiteX0" fmla="*/ 0 w 7003231"/>
              <a:gd name="connsiteY0" fmla="*/ 0 h 49888"/>
              <a:gd name="connsiteX1" fmla="*/ 7003231 w 7003231"/>
              <a:gd name="connsiteY1" fmla="*/ 49888 h 49888"/>
              <a:gd name="connsiteX0" fmla="*/ 0 w 7021338"/>
              <a:gd name="connsiteY0" fmla="*/ 0 h 212850"/>
              <a:gd name="connsiteX1" fmla="*/ 7021338 w 7021338"/>
              <a:gd name="connsiteY1" fmla="*/ 212850 h 212850"/>
              <a:gd name="connsiteX0" fmla="*/ 0 w 7021338"/>
              <a:gd name="connsiteY0" fmla="*/ 0 h 511615"/>
              <a:gd name="connsiteX1" fmla="*/ 7021338 w 7021338"/>
              <a:gd name="connsiteY1" fmla="*/ 511615 h 511615"/>
              <a:gd name="connsiteX0" fmla="*/ 15870 w 7037208"/>
              <a:gd name="connsiteY0" fmla="*/ 0 h 511615"/>
              <a:gd name="connsiteX1" fmla="*/ 87638 w 7037208"/>
              <a:gd name="connsiteY1" fmla="*/ 313383 h 511615"/>
              <a:gd name="connsiteX2" fmla="*/ 7037208 w 7037208"/>
              <a:gd name="connsiteY2" fmla="*/ 511615 h 511615"/>
              <a:gd name="connsiteX0" fmla="*/ 70809 w 7092147"/>
              <a:gd name="connsiteY0" fmla="*/ 0 h 511615"/>
              <a:gd name="connsiteX1" fmla="*/ 142577 w 7092147"/>
              <a:gd name="connsiteY1" fmla="*/ 313383 h 511615"/>
              <a:gd name="connsiteX2" fmla="*/ 7092147 w 7092147"/>
              <a:gd name="connsiteY2" fmla="*/ 511615 h 511615"/>
              <a:gd name="connsiteX0" fmla="*/ 2 w 7021340"/>
              <a:gd name="connsiteY0" fmla="*/ 0 h 511615"/>
              <a:gd name="connsiteX1" fmla="*/ 71770 w 7021340"/>
              <a:gd name="connsiteY1" fmla="*/ 313383 h 511615"/>
              <a:gd name="connsiteX2" fmla="*/ 7021340 w 7021340"/>
              <a:gd name="connsiteY2" fmla="*/ 511615 h 511615"/>
              <a:gd name="connsiteX0" fmla="*/ 3138631 w 6950044"/>
              <a:gd name="connsiteY0" fmla="*/ 2385769 h 2390555"/>
              <a:gd name="connsiteX1" fmla="*/ 474 w 6950044"/>
              <a:gd name="connsiteY1" fmla="*/ 3577 h 2390555"/>
              <a:gd name="connsiteX2" fmla="*/ 6950044 w 6950044"/>
              <a:gd name="connsiteY2" fmla="*/ 201809 h 2390555"/>
              <a:gd name="connsiteX0" fmla="*/ 1 w 3811414"/>
              <a:gd name="connsiteY0" fmla="*/ 3994158 h 3997162"/>
              <a:gd name="connsiteX1" fmla="*/ 500394 w 3811414"/>
              <a:gd name="connsiteY1" fmla="*/ 2241 h 3997162"/>
              <a:gd name="connsiteX2" fmla="*/ 3811414 w 3811414"/>
              <a:gd name="connsiteY2" fmla="*/ 1810198 h 3997162"/>
              <a:gd name="connsiteX0" fmla="*/ 1 w 1934989"/>
              <a:gd name="connsiteY0" fmla="*/ 3994158 h 3997162"/>
              <a:gd name="connsiteX1" fmla="*/ 500394 w 1934989"/>
              <a:gd name="connsiteY1" fmla="*/ 2241 h 3997162"/>
              <a:gd name="connsiteX2" fmla="*/ 1934989 w 1934989"/>
              <a:gd name="connsiteY2" fmla="*/ 1600648 h 3997162"/>
              <a:gd name="connsiteX0" fmla="*/ 0 w 2125488"/>
              <a:gd name="connsiteY0" fmla="*/ 4546354 h 4549018"/>
              <a:gd name="connsiteX1" fmla="*/ 690893 w 2125488"/>
              <a:gd name="connsiteY1" fmla="*/ 1987 h 4549018"/>
              <a:gd name="connsiteX2" fmla="*/ 2125488 w 2125488"/>
              <a:gd name="connsiteY2" fmla="*/ 1600394 h 4549018"/>
              <a:gd name="connsiteX0" fmla="*/ 0 w 2125488"/>
              <a:gd name="connsiteY0" fmla="*/ 4546089 h 4641686"/>
              <a:gd name="connsiteX1" fmla="*/ 690893 w 2125488"/>
              <a:gd name="connsiteY1" fmla="*/ 1722 h 4641686"/>
              <a:gd name="connsiteX2" fmla="*/ 2125488 w 2125488"/>
              <a:gd name="connsiteY2" fmla="*/ 1600129 h 4641686"/>
              <a:gd name="connsiteX0" fmla="*/ 0 w 2125488"/>
              <a:gd name="connsiteY0" fmla="*/ 4546089 h 4641686"/>
              <a:gd name="connsiteX1" fmla="*/ 690893 w 2125488"/>
              <a:gd name="connsiteY1" fmla="*/ 1722 h 4641686"/>
              <a:gd name="connsiteX2" fmla="*/ 2125488 w 2125488"/>
              <a:gd name="connsiteY2" fmla="*/ 1600129 h 4641686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2125488 w 2125488"/>
              <a:gd name="connsiteY2" fmla="*/ 1598407 h 4658917"/>
              <a:gd name="connsiteX0" fmla="*/ 0 w 2125488"/>
              <a:gd name="connsiteY0" fmla="*/ 4717778 h 4832328"/>
              <a:gd name="connsiteX1" fmla="*/ 690893 w 2125488"/>
              <a:gd name="connsiteY1" fmla="*/ 173411 h 4832328"/>
              <a:gd name="connsiteX2" fmla="*/ 457199 w 2125488"/>
              <a:gd name="connsiteY2" fmla="*/ 1039194 h 4832328"/>
              <a:gd name="connsiteX3" fmla="*/ 2125488 w 2125488"/>
              <a:gd name="connsiteY3" fmla="*/ 1771818 h 4832328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2125488"/>
              <a:gd name="connsiteY0" fmla="*/ 4544367 h 4658917"/>
              <a:gd name="connsiteX1" fmla="*/ 690893 w 2125488"/>
              <a:gd name="connsiteY1" fmla="*/ 0 h 4658917"/>
              <a:gd name="connsiteX2" fmla="*/ 457199 w 2125488"/>
              <a:gd name="connsiteY2" fmla="*/ 865783 h 4658917"/>
              <a:gd name="connsiteX3" fmla="*/ 2125488 w 2125488"/>
              <a:gd name="connsiteY3" fmla="*/ 1598407 h 4658917"/>
              <a:gd name="connsiteX0" fmla="*/ 0 w 4479389"/>
              <a:gd name="connsiteY0" fmla="*/ 3367416 h 3515758"/>
              <a:gd name="connsiteX1" fmla="*/ 3044794 w 4479389"/>
              <a:gd name="connsiteY1" fmla="*/ 0 h 3515758"/>
              <a:gd name="connsiteX2" fmla="*/ 2811100 w 4479389"/>
              <a:gd name="connsiteY2" fmla="*/ 865783 h 3515758"/>
              <a:gd name="connsiteX3" fmla="*/ 4479389 w 4479389"/>
              <a:gd name="connsiteY3" fmla="*/ 1598407 h 3515758"/>
              <a:gd name="connsiteX0" fmla="*/ 0 w 3044796"/>
              <a:gd name="connsiteY0" fmla="*/ 3367416 h 3515758"/>
              <a:gd name="connsiteX1" fmla="*/ 3044794 w 3044796"/>
              <a:gd name="connsiteY1" fmla="*/ 0 h 3515758"/>
              <a:gd name="connsiteX2" fmla="*/ 2811100 w 3044796"/>
              <a:gd name="connsiteY2" fmla="*/ 865783 h 3515758"/>
              <a:gd name="connsiteX3" fmla="*/ 758415 w 3044796"/>
              <a:gd name="connsiteY3" fmla="*/ 430510 h 3515758"/>
              <a:gd name="connsiteX0" fmla="*/ 0 w 3044796"/>
              <a:gd name="connsiteY0" fmla="*/ 3367416 h 5030508"/>
              <a:gd name="connsiteX1" fmla="*/ 3044794 w 3044796"/>
              <a:gd name="connsiteY1" fmla="*/ 0 h 5030508"/>
              <a:gd name="connsiteX2" fmla="*/ 629215 w 3044796"/>
              <a:gd name="connsiteY2" fmla="*/ 5030377 h 5030508"/>
              <a:gd name="connsiteX3" fmla="*/ 758415 w 3044796"/>
              <a:gd name="connsiteY3" fmla="*/ 430510 h 5030508"/>
              <a:gd name="connsiteX0" fmla="*/ 0 w 758415"/>
              <a:gd name="connsiteY0" fmla="*/ 2936906 h 4713386"/>
              <a:gd name="connsiteX1" fmla="*/ 57151 w 758415"/>
              <a:gd name="connsiteY1" fmla="*/ 4422148 h 4713386"/>
              <a:gd name="connsiteX2" fmla="*/ 629215 w 758415"/>
              <a:gd name="connsiteY2" fmla="*/ 4599867 h 4713386"/>
              <a:gd name="connsiteX3" fmla="*/ 758415 w 758415"/>
              <a:gd name="connsiteY3" fmla="*/ 0 h 4713386"/>
              <a:gd name="connsiteX0" fmla="*/ 0 w 758415"/>
              <a:gd name="connsiteY0" fmla="*/ 2936906 h 4610866"/>
              <a:gd name="connsiteX1" fmla="*/ 57151 w 758415"/>
              <a:gd name="connsiteY1" fmla="*/ 4422148 h 4610866"/>
              <a:gd name="connsiteX2" fmla="*/ 629215 w 758415"/>
              <a:gd name="connsiteY2" fmla="*/ 4599867 h 4610866"/>
              <a:gd name="connsiteX3" fmla="*/ 758415 w 758415"/>
              <a:gd name="connsiteY3" fmla="*/ 0 h 4610866"/>
              <a:gd name="connsiteX0" fmla="*/ 0 w 758415"/>
              <a:gd name="connsiteY0" fmla="*/ 2936906 h 4638494"/>
              <a:gd name="connsiteX1" fmla="*/ 57151 w 758415"/>
              <a:gd name="connsiteY1" fmla="*/ 4422148 h 4638494"/>
              <a:gd name="connsiteX2" fmla="*/ 629215 w 758415"/>
              <a:gd name="connsiteY2" fmla="*/ 4599867 h 4638494"/>
              <a:gd name="connsiteX3" fmla="*/ 758415 w 758415"/>
              <a:gd name="connsiteY3" fmla="*/ 0 h 4638494"/>
              <a:gd name="connsiteX0" fmla="*/ 6843 w 701884"/>
              <a:gd name="connsiteY0" fmla="*/ 2864478 h 4638494"/>
              <a:gd name="connsiteX1" fmla="*/ 620 w 701884"/>
              <a:gd name="connsiteY1" fmla="*/ 4422148 h 4638494"/>
              <a:gd name="connsiteX2" fmla="*/ 572684 w 701884"/>
              <a:gd name="connsiteY2" fmla="*/ 4599867 h 4638494"/>
              <a:gd name="connsiteX3" fmla="*/ 701884 w 701884"/>
              <a:gd name="connsiteY3" fmla="*/ 0 h 4638494"/>
              <a:gd name="connsiteX0" fmla="*/ 7422 w 702463"/>
              <a:gd name="connsiteY0" fmla="*/ 2864478 h 4683104"/>
              <a:gd name="connsiteX1" fmla="*/ 1199 w 702463"/>
              <a:gd name="connsiteY1" fmla="*/ 4422148 h 4683104"/>
              <a:gd name="connsiteX2" fmla="*/ 573263 w 702463"/>
              <a:gd name="connsiteY2" fmla="*/ 4599867 h 4683104"/>
              <a:gd name="connsiteX3" fmla="*/ 702463 w 702463"/>
              <a:gd name="connsiteY3" fmla="*/ 0 h 4683104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701264"/>
              <a:gd name="connsiteY0" fmla="*/ 2864478 h 4605208"/>
              <a:gd name="connsiteX1" fmla="*/ 0 w 701264"/>
              <a:gd name="connsiteY1" fmla="*/ 4422148 h 4605208"/>
              <a:gd name="connsiteX2" fmla="*/ 572064 w 701264"/>
              <a:gd name="connsiteY2" fmla="*/ 4599867 h 4605208"/>
              <a:gd name="connsiteX3" fmla="*/ 701264 w 701264"/>
              <a:gd name="connsiteY3" fmla="*/ 0 h 4605208"/>
              <a:gd name="connsiteX0" fmla="*/ 6223 w 655997"/>
              <a:gd name="connsiteY0" fmla="*/ 2900692 h 4641422"/>
              <a:gd name="connsiteX1" fmla="*/ 0 w 655997"/>
              <a:gd name="connsiteY1" fmla="*/ 4458362 h 4641422"/>
              <a:gd name="connsiteX2" fmla="*/ 572064 w 655997"/>
              <a:gd name="connsiteY2" fmla="*/ 4636081 h 4641422"/>
              <a:gd name="connsiteX3" fmla="*/ 655997 w 655997"/>
              <a:gd name="connsiteY3" fmla="*/ 0 h 4641422"/>
              <a:gd name="connsiteX0" fmla="*/ 87704 w 655997"/>
              <a:gd name="connsiteY0" fmla="*/ 4005214 h 4641422"/>
              <a:gd name="connsiteX1" fmla="*/ 0 w 655997"/>
              <a:gd name="connsiteY1" fmla="*/ 4458362 h 4641422"/>
              <a:gd name="connsiteX2" fmla="*/ 572064 w 655997"/>
              <a:gd name="connsiteY2" fmla="*/ 4636081 h 4641422"/>
              <a:gd name="connsiteX3" fmla="*/ 655997 w 655997"/>
              <a:gd name="connsiteY3" fmla="*/ 0 h 4641422"/>
              <a:gd name="connsiteX0" fmla="*/ 87704 w 572064"/>
              <a:gd name="connsiteY0" fmla="*/ 4258711 h 4894919"/>
              <a:gd name="connsiteX1" fmla="*/ 0 w 572064"/>
              <a:gd name="connsiteY1" fmla="*/ 4711859 h 4894919"/>
              <a:gd name="connsiteX2" fmla="*/ 572064 w 572064"/>
              <a:gd name="connsiteY2" fmla="*/ 4889578 h 4894919"/>
              <a:gd name="connsiteX3" fmla="*/ 167109 w 572064"/>
              <a:gd name="connsiteY3" fmla="*/ 0 h 4894919"/>
              <a:gd name="connsiteX0" fmla="*/ 0 w 484360"/>
              <a:gd name="connsiteY0" fmla="*/ 4258711 h 5111371"/>
              <a:gd name="connsiteX1" fmla="*/ 484360 w 484360"/>
              <a:gd name="connsiteY1" fmla="*/ 4889578 h 5111371"/>
              <a:gd name="connsiteX2" fmla="*/ 79405 w 484360"/>
              <a:gd name="connsiteY2" fmla="*/ 0 h 5111371"/>
              <a:gd name="connsiteX0" fmla="*/ 0 w 79405"/>
              <a:gd name="connsiteY0" fmla="*/ 4258711 h 4258711"/>
              <a:gd name="connsiteX1" fmla="*/ 79405 w 79405"/>
              <a:gd name="connsiteY1" fmla="*/ 0 h 4258711"/>
              <a:gd name="connsiteX0" fmla="*/ 0 w 70351"/>
              <a:gd name="connsiteY0" fmla="*/ 4267765 h 4267765"/>
              <a:gd name="connsiteX1" fmla="*/ 70351 w 70351"/>
              <a:gd name="connsiteY1" fmla="*/ 0 h 4267765"/>
              <a:gd name="connsiteX0" fmla="*/ 0 w 70351"/>
              <a:gd name="connsiteY0" fmla="*/ 4258711 h 4258711"/>
              <a:gd name="connsiteX1" fmla="*/ 70351 w 70351"/>
              <a:gd name="connsiteY1" fmla="*/ 0 h 4258711"/>
              <a:gd name="connsiteX0" fmla="*/ 0 w 170728"/>
              <a:gd name="connsiteY0" fmla="*/ 4340838 h 4340838"/>
              <a:gd name="connsiteX1" fmla="*/ 170728 w 170728"/>
              <a:gd name="connsiteY1" fmla="*/ 0 h 4340838"/>
              <a:gd name="connsiteX0" fmla="*/ 27573 w 198301"/>
              <a:gd name="connsiteY0" fmla="*/ 4341973 h 4341973"/>
              <a:gd name="connsiteX1" fmla="*/ 198301 w 198301"/>
              <a:gd name="connsiteY1" fmla="*/ 1135 h 4341973"/>
              <a:gd name="connsiteX0" fmla="*/ 20914 w 191642"/>
              <a:gd name="connsiteY0" fmla="*/ 4347251 h 4347251"/>
              <a:gd name="connsiteX1" fmla="*/ 191642 w 191642"/>
              <a:gd name="connsiteY1" fmla="*/ 6413 h 4347251"/>
              <a:gd name="connsiteX0" fmla="*/ 0 w 225479"/>
              <a:gd name="connsiteY0" fmla="*/ 4302126 h 4302126"/>
              <a:gd name="connsiteX1" fmla="*/ 225480 w 225479"/>
              <a:gd name="connsiteY1" fmla="*/ 6914 h 4302126"/>
              <a:gd name="connsiteX0" fmla="*/ 0 w 225480"/>
              <a:gd name="connsiteY0" fmla="*/ 4303052 h 4303052"/>
              <a:gd name="connsiteX1" fmla="*/ 225480 w 225480"/>
              <a:gd name="connsiteY1" fmla="*/ 7840 h 4303052"/>
              <a:gd name="connsiteX0" fmla="*/ 1761519 w 1762134"/>
              <a:gd name="connsiteY0" fmla="*/ 1661532 h 2348691"/>
              <a:gd name="connsiteX1" fmla="*/ 34202 w 1762134"/>
              <a:gd name="connsiteY1" fmla="*/ 2348692 h 2348691"/>
              <a:gd name="connsiteX0" fmla="*/ 1923503 w 1924072"/>
              <a:gd name="connsiteY0" fmla="*/ 1188536 h 4887019"/>
              <a:gd name="connsiteX1" fmla="*/ 31931 w 1924072"/>
              <a:gd name="connsiteY1" fmla="*/ 4887020 h 4887019"/>
              <a:gd name="connsiteX0" fmla="*/ 1994990 w 1994990"/>
              <a:gd name="connsiteY0" fmla="*/ 32438 h 3730922"/>
              <a:gd name="connsiteX1" fmla="*/ 0 w 1994990"/>
              <a:gd name="connsiteY1" fmla="*/ 1533786 h 3730922"/>
              <a:gd name="connsiteX2" fmla="*/ 103418 w 1994990"/>
              <a:gd name="connsiteY2" fmla="*/ 3730922 h 3730922"/>
              <a:gd name="connsiteX0" fmla="*/ 1994990 w 1994990"/>
              <a:gd name="connsiteY0" fmla="*/ 32438 h 3730922"/>
              <a:gd name="connsiteX1" fmla="*/ 0 w 1994990"/>
              <a:gd name="connsiteY1" fmla="*/ 1533786 h 3730922"/>
              <a:gd name="connsiteX2" fmla="*/ 103418 w 1994990"/>
              <a:gd name="connsiteY2" fmla="*/ 3730922 h 3730922"/>
              <a:gd name="connsiteX0" fmla="*/ 1994990 w 1994990"/>
              <a:gd name="connsiteY0" fmla="*/ 0 h 3698484"/>
              <a:gd name="connsiteX1" fmla="*/ 0 w 1994990"/>
              <a:gd name="connsiteY1" fmla="*/ 1501348 h 3698484"/>
              <a:gd name="connsiteX2" fmla="*/ 103418 w 1994990"/>
              <a:gd name="connsiteY2" fmla="*/ 3698484 h 3698484"/>
              <a:gd name="connsiteX0" fmla="*/ 1967614 w 1967614"/>
              <a:gd name="connsiteY0" fmla="*/ 0 h 3698484"/>
              <a:gd name="connsiteX1" fmla="*/ 0 w 1967614"/>
              <a:gd name="connsiteY1" fmla="*/ 1501348 h 3698484"/>
              <a:gd name="connsiteX2" fmla="*/ 76042 w 1967614"/>
              <a:gd name="connsiteY2" fmla="*/ 3698484 h 3698484"/>
              <a:gd name="connsiteX0" fmla="*/ 1967614 w 1967614"/>
              <a:gd name="connsiteY0" fmla="*/ 0 h 3652858"/>
              <a:gd name="connsiteX1" fmla="*/ 0 w 1967614"/>
              <a:gd name="connsiteY1" fmla="*/ 1501348 h 3652858"/>
              <a:gd name="connsiteX2" fmla="*/ 30416 w 1967614"/>
              <a:gd name="connsiteY2" fmla="*/ 3652858 h 3652858"/>
              <a:gd name="connsiteX0" fmla="*/ 1219346 w 1219346"/>
              <a:gd name="connsiteY0" fmla="*/ 907710 h 2151510"/>
              <a:gd name="connsiteX1" fmla="*/ 0 w 1219346"/>
              <a:gd name="connsiteY1" fmla="*/ 0 h 2151510"/>
              <a:gd name="connsiteX2" fmla="*/ 30416 w 1219346"/>
              <a:gd name="connsiteY2" fmla="*/ 2151510 h 2151510"/>
              <a:gd name="connsiteX0" fmla="*/ 1219346 w 1910210"/>
              <a:gd name="connsiteY0" fmla="*/ 907710 h 2635147"/>
              <a:gd name="connsiteX1" fmla="*/ 0 w 1910210"/>
              <a:gd name="connsiteY1" fmla="*/ 0 h 2635147"/>
              <a:gd name="connsiteX2" fmla="*/ 1910210 w 1910210"/>
              <a:gd name="connsiteY2" fmla="*/ 2635147 h 2635147"/>
              <a:gd name="connsiteX0" fmla="*/ 0 w 690864"/>
              <a:gd name="connsiteY0" fmla="*/ 0 h 1727437"/>
              <a:gd name="connsiteX1" fmla="*/ 690864 w 690864"/>
              <a:gd name="connsiteY1" fmla="*/ 1727437 h 1727437"/>
              <a:gd name="connsiteX0" fmla="*/ 0 w 745615"/>
              <a:gd name="connsiteY0" fmla="*/ 0 h 167024"/>
              <a:gd name="connsiteX1" fmla="*/ 745615 w 745615"/>
              <a:gd name="connsiteY1" fmla="*/ 167024 h 167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5615" h="167024">
                <a:moveTo>
                  <a:pt x="0" y="0"/>
                </a:moveTo>
                <a:lnTo>
                  <a:pt x="745615" y="167024"/>
                </a:ln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6A0480A-4AE8-07CD-63CF-EF1A1019D0D9}"/>
              </a:ext>
            </a:extLst>
          </p:cNvPr>
          <p:cNvGrpSpPr/>
          <p:nvPr/>
        </p:nvGrpSpPr>
        <p:grpSpPr>
          <a:xfrm>
            <a:off x="4105000" y="2754091"/>
            <a:ext cx="637489" cy="789862"/>
            <a:chOff x="757643" y="4005071"/>
            <a:chExt cx="312420" cy="387095"/>
          </a:xfrm>
          <a:noFill/>
        </p:grpSpPr>
        <p:sp>
          <p:nvSpPr>
            <p:cNvPr id="19" name="object 58">
              <a:extLst>
                <a:ext uri="{FF2B5EF4-FFF2-40B4-BE49-F238E27FC236}">
                  <a16:creationId xmlns:a16="http://schemas.microsoft.com/office/drawing/2014/main" id="{445FD271-B450-B3F1-CCF3-8BBF81A45A13}"/>
                </a:ext>
              </a:extLst>
            </p:cNvPr>
            <p:cNvSpPr/>
            <p:nvPr/>
          </p:nvSpPr>
          <p:spPr>
            <a:xfrm>
              <a:off x="757643" y="4108735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137511" y="0"/>
                  </a:moveTo>
                  <a:lnTo>
                    <a:pt x="91218" y="9248"/>
                  </a:lnTo>
                  <a:lnTo>
                    <a:pt x="50633" y="28348"/>
                  </a:lnTo>
                  <a:lnTo>
                    <a:pt x="19278" y="56610"/>
                  </a:lnTo>
                  <a:lnTo>
                    <a:pt x="0" y="99175"/>
                  </a:lnTo>
                  <a:lnTo>
                    <a:pt x="4780" y="142240"/>
                  </a:lnTo>
                  <a:lnTo>
                    <a:pt x="31703" y="180876"/>
                  </a:lnTo>
                  <a:lnTo>
                    <a:pt x="78854" y="210153"/>
                  </a:lnTo>
                  <a:lnTo>
                    <a:pt x="90589" y="252952"/>
                  </a:lnTo>
                  <a:lnTo>
                    <a:pt x="135686" y="223869"/>
                  </a:lnTo>
                  <a:lnTo>
                    <a:pt x="182565" y="223147"/>
                  </a:lnTo>
                  <a:lnTo>
                    <a:pt x="226195" y="212852"/>
                  </a:lnTo>
                  <a:lnTo>
                    <a:pt x="263826" y="193937"/>
                  </a:lnTo>
                  <a:lnTo>
                    <a:pt x="292709" y="167354"/>
                  </a:lnTo>
                  <a:lnTo>
                    <a:pt x="311988" y="124789"/>
                  </a:lnTo>
                  <a:lnTo>
                    <a:pt x="307208" y="81724"/>
                  </a:lnTo>
                  <a:lnTo>
                    <a:pt x="280285" y="43088"/>
                  </a:lnTo>
                  <a:lnTo>
                    <a:pt x="233134" y="13811"/>
                  </a:lnTo>
                  <a:lnTo>
                    <a:pt x="185990" y="1291"/>
                  </a:lnTo>
                  <a:lnTo>
                    <a:pt x="13751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9">
              <a:extLst>
                <a:ext uri="{FF2B5EF4-FFF2-40B4-BE49-F238E27FC236}">
                  <a16:creationId xmlns:a16="http://schemas.microsoft.com/office/drawing/2014/main" id="{5FF3B548-BDD7-A4F3-8EF4-5DEAF556954C}"/>
                </a:ext>
              </a:extLst>
            </p:cNvPr>
            <p:cNvSpPr/>
            <p:nvPr/>
          </p:nvSpPr>
          <p:spPr>
            <a:xfrm>
              <a:off x="757643" y="4108735"/>
              <a:ext cx="312420" cy="253365"/>
            </a:xfrm>
            <a:custGeom>
              <a:avLst/>
              <a:gdLst/>
              <a:ahLst/>
              <a:cxnLst/>
              <a:rect l="l" t="t" r="r" b="b"/>
              <a:pathLst>
                <a:path w="312419" h="253364">
                  <a:moveTo>
                    <a:pt x="90589" y="252952"/>
                  </a:moveTo>
                  <a:lnTo>
                    <a:pt x="78854" y="210153"/>
                  </a:lnTo>
                  <a:lnTo>
                    <a:pt x="31703" y="180876"/>
                  </a:lnTo>
                  <a:lnTo>
                    <a:pt x="4780" y="142240"/>
                  </a:lnTo>
                  <a:lnTo>
                    <a:pt x="0" y="99175"/>
                  </a:lnTo>
                  <a:lnTo>
                    <a:pt x="19278" y="56610"/>
                  </a:lnTo>
                  <a:lnTo>
                    <a:pt x="50633" y="28348"/>
                  </a:lnTo>
                  <a:lnTo>
                    <a:pt x="91218" y="9248"/>
                  </a:lnTo>
                  <a:lnTo>
                    <a:pt x="137511" y="0"/>
                  </a:lnTo>
                  <a:lnTo>
                    <a:pt x="185990" y="1291"/>
                  </a:lnTo>
                  <a:lnTo>
                    <a:pt x="233134" y="13811"/>
                  </a:lnTo>
                  <a:lnTo>
                    <a:pt x="280285" y="43088"/>
                  </a:lnTo>
                  <a:lnTo>
                    <a:pt x="307208" y="81724"/>
                  </a:lnTo>
                  <a:lnTo>
                    <a:pt x="311988" y="124789"/>
                  </a:lnTo>
                  <a:lnTo>
                    <a:pt x="292709" y="167354"/>
                  </a:lnTo>
                  <a:lnTo>
                    <a:pt x="263826" y="193937"/>
                  </a:lnTo>
                  <a:lnTo>
                    <a:pt x="226195" y="212852"/>
                  </a:lnTo>
                  <a:lnTo>
                    <a:pt x="182565" y="223147"/>
                  </a:lnTo>
                  <a:lnTo>
                    <a:pt x="135686" y="223869"/>
                  </a:lnTo>
                  <a:lnTo>
                    <a:pt x="90589" y="252952"/>
                  </a:lnTo>
                  <a:close/>
                </a:path>
              </a:pathLst>
            </a:custGeom>
            <a:grpFill/>
            <a:ln w="25908">
              <a:solidFill>
                <a:srgbClr val="39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60">
              <a:extLst>
                <a:ext uri="{FF2B5EF4-FFF2-40B4-BE49-F238E27FC236}">
                  <a16:creationId xmlns:a16="http://schemas.microsoft.com/office/drawing/2014/main" id="{AEC7AFD4-0060-CC0F-3F4E-54AD80377DF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384" y="4005071"/>
              <a:ext cx="227075" cy="387095"/>
            </a:xfrm>
            <a:prstGeom prst="rect">
              <a:avLst/>
            </a:prstGeom>
            <a:grpFill/>
          </p:spPr>
        </p:pic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970C8E3C-921A-4020-0174-0065C4BF40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702" y="4618806"/>
            <a:ext cx="428430" cy="21298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DC9F0EE-C0A7-FEA7-B56F-6960816CE59A}"/>
              </a:ext>
            </a:extLst>
          </p:cNvPr>
          <p:cNvSpPr txBox="1"/>
          <p:nvPr/>
        </p:nvSpPr>
        <p:spPr>
          <a:xfrm>
            <a:off x="2345150" y="277100"/>
            <a:ext cx="214242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Passage dans Tranchée terre végétale</a:t>
            </a:r>
          </a:p>
        </p:txBody>
      </p:sp>
      <p:sp>
        <p:nvSpPr>
          <p:cNvPr id="24" name="Bulle narrative : rectangle à coins arrondis 23">
            <a:extLst>
              <a:ext uri="{FF2B5EF4-FFF2-40B4-BE49-F238E27FC236}">
                <a16:creationId xmlns:a16="http://schemas.microsoft.com/office/drawing/2014/main" id="{A1BF3F9F-3F41-D702-10F0-D360232A8304}"/>
              </a:ext>
            </a:extLst>
          </p:cNvPr>
          <p:cNvSpPr/>
          <p:nvPr/>
        </p:nvSpPr>
        <p:spPr>
          <a:xfrm>
            <a:off x="5001886" y="2209801"/>
            <a:ext cx="1851588" cy="424758"/>
          </a:xfrm>
          <a:prstGeom prst="wedgeRoundRectCallout">
            <a:avLst>
              <a:gd name="adj1" fmla="val -69546"/>
              <a:gd name="adj2" fmla="val 169618"/>
              <a:gd name="adj3" fmla="val 16667"/>
            </a:avLst>
          </a:prstGeom>
          <a:solidFill>
            <a:srgbClr val="00B05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Borne _ kW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Avec massif 500x500x500</a:t>
            </a:r>
          </a:p>
        </p:txBody>
      </p:sp>
      <p:sp>
        <p:nvSpPr>
          <p:cNvPr id="25" name="Bulle narrative : rectangle à coins arrondis 24">
            <a:extLst>
              <a:ext uri="{FF2B5EF4-FFF2-40B4-BE49-F238E27FC236}">
                <a16:creationId xmlns:a16="http://schemas.microsoft.com/office/drawing/2014/main" id="{56013DC3-ED4D-4B4A-7AD9-48CE05BEFDCC}"/>
              </a:ext>
            </a:extLst>
          </p:cNvPr>
          <p:cNvSpPr/>
          <p:nvPr/>
        </p:nvSpPr>
        <p:spPr>
          <a:xfrm>
            <a:off x="2194717" y="5496870"/>
            <a:ext cx="1345188" cy="424758"/>
          </a:xfrm>
          <a:prstGeom prst="wedgeRoundRectCallout">
            <a:avLst>
              <a:gd name="adj1" fmla="val -19672"/>
              <a:gd name="adj2" fmla="val -169281"/>
              <a:gd name="adj3" fmla="val 16667"/>
            </a:avLst>
          </a:prstGeom>
          <a:solidFill>
            <a:schemeClr val="bg1">
              <a:lumMod val="6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Marquage au sol: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2 petits logos</a:t>
            </a:r>
          </a:p>
        </p:txBody>
      </p:sp>
      <p:sp>
        <p:nvSpPr>
          <p:cNvPr id="26" name="Bulle narrative : rectangle à coins arrondis 25">
            <a:extLst>
              <a:ext uri="{FF2B5EF4-FFF2-40B4-BE49-F238E27FC236}">
                <a16:creationId xmlns:a16="http://schemas.microsoft.com/office/drawing/2014/main" id="{B8F6CEC6-BE8F-A2FD-E7B6-2548947E7EDC}"/>
              </a:ext>
            </a:extLst>
          </p:cNvPr>
          <p:cNvSpPr/>
          <p:nvPr/>
        </p:nvSpPr>
        <p:spPr>
          <a:xfrm>
            <a:off x="5409510" y="3803040"/>
            <a:ext cx="1661246" cy="424758"/>
          </a:xfrm>
          <a:prstGeom prst="wedgeRoundRectCallout">
            <a:avLst>
              <a:gd name="adj1" fmla="val -73625"/>
              <a:gd name="adj2" fmla="val -37132"/>
              <a:gd name="adj3" fmla="val 16667"/>
            </a:avLst>
          </a:prstGeom>
          <a:solidFill>
            <a:schemeClr val="bg1">
              <a:lumMod val="6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Protection mécanique: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1 grand stop roues</a:t>
            </a:r>
          </a:p>
        </p:txBody>
      </p:sp>
      <p:sp>
        <p:nvSpPr>
          <p:cNvPr id="2" name="Bulle narrative : rectangle à coins arrondis 1">
            <a:extLst>
              <a:ext uri="{FF2B5EF4-FFF2-40B4-BE49-F238E27FC236}">
                <a16:creationId xmlns:a16="http://schemas.microsoft.com/office/drawing/2014/main" id="{D3DD5BDB-64F8-8FE0-BE2E-8154B234FC2A}"/>
              </a:ext>
            </a:extLst>
          </p:cNvPr>
          <p:cNvSpPr/>
          <p:nvPr/>
        </p:nvSpPr>
        <p:spPr>
          <a:xfrm>
            <a:off x="1935842" y="3277353"/>
            <a:ext cx="1273211" cy="455451"/>
          </a:xfrm>
          <a:prstGeom prst="wedgeRoundRectCallout">
            <a:avLst>
              <a:gd name="adj1" fmla="val 75744"/>
              <a:gd name="adj2" fmla="val -9773"/>
              <a:gd name="adj3" fmla="val 16667"/>
            </a:avLst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Tranchée terre végétale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F561D7-1223-B855-6122-84A18732C8B9}"/>
              </a:ext>
            </a:extLst>
          </p:cNvPr>
          <p:cNvSpPr/>
          <p:nvPr/>
        </p:nvSpPr>
        <p:spPr>
          <a:xfrm>
            <a:off x="319289" y="269352"/>
            <a:ext cx="914400" cy="2693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fr-FR" b="1" dirty="0">
                <a:solidFill>
                  <a:schemeClr val="tx1"/>
                </a:solidFill>
              </a:rPr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121440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BC75E-355E-F809-6EE1-7262AD29DEC6}"/>
              </a:ext>
            </a:extLst>
          </p:cNvPr>
          <p:cNvSpPr txBox="1"/>
          <p:nvPr/>
        </p:nvSpPr>
        <p:spPr>
          <a:xfrm>
            <a:off x="228600" y="448056"/>
            <a:ext cx="76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Annexe Photos VT </a:t>
            </a:r>
          </a:p>
          <a:p>
            <a:r>
              <a:rPr lang="fr-FR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A supprimer avant envoie client</a:t>
            </a:r>
          </a:p>
        </p:txBody>
      </p:sp>
    </p:spTree>
    <p:extLst>
      <p:ext uri="{BB962C8B-B14F-4D97-AF65-F5344CB8AC3E}">
        <p14:creationId xmlns:p14="http://schemas.microsoft.com/office/powerpoint/2010/main" val="88224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362b09-fb7a-4ffe-b2d8-2cde68c25db3" xsi:nil="true"/>
    <UniqueSourceRef xmlns="a1102ece-9c89-40d2-9a2c-27d9929e8279" xsi:nil="true"/>
    <FileHash xmlns="a1102ece-9c89-40d2-9a2c-27d9929e8279" xsi:nil="true"/>
    <lcf76f155ced4ddcb4097134ff3c332f xmlns="a1102ece-9c89-40d2-9a2c-27d9929e8279">
      <Terms xmlns="http://schemas.microsoft.com/office/infopath/2007/PartnerControls"/>
    </lcf76f155ced4ddcb4097134ff3c332f>
    <CloudMigratorOriginId xmlns="a1102ece-9c89-40d2-9a2c-27d9929e8279" xsi:nil="true"/>
    <CloudMigratorVersion xmlns="a1102ece-9c89-40d2-9a2c-27d9929e8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0ACF7CF757DC4094EE3C8029BBFF87" ma:contentTypeVersion="17" ma:contentTypeDescription="Crée un document." ma:contentTypeScope="" ma:versionID="e4941add2b7d5889b7155188c1132661">
  <xsd:schema xmlns:xsd="http://www.w3.org/2001/XMLSchema" xmlns:xs="http://www.w3.org/2001/XMLSchema" xmlns:p="http://schemas.microsoft.com/office/2006/metadata/properties" xmlns:ns2="a1102ece-9c89-40d2-9a2c-27d9929e8279" xmlns:ns3="3d362b09-fb7a-4ffe-b2d8-2cde68c25db3" targetNamespace="http://schemas.microsoft.com/office/2006/metadata/properties" ma:root="true" ma:fieldsID="f6b974aa2b127d8c88c06246f83f4eec" ns2:_="" ns3:_="">
    <xsd:import namespace="a1102ece-9c89-40d2-9a2c-27d9929e8279"/>
    <xsd:import namespace="3d362b09-fb7a-4ffe-b2d8-2cde68c25db3"/>
    <xsd:element name="properties">
      <xsd:complexType>
        <xsd:sequence>
          <xsd:element name="documentManagement">
            <xsd:complexType>
              <xsd:all>
                <xsd:element ref="ns2:CloudMigratorOriginId" minOccurs="0"/>
                <xsd:element ref="ns2:FileHash" minOccurs="0"/>
                <xsd:element ref="ns2:CloudMigratorVersion" minOccurs="0"/>
                <xsd:element ref="ns2:UniqueSourceRe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02ece-9c89-40d2-9a2c-27d9929e8279" elementFormDefault="qualified">
    <xsd:import namespace="http://schemas.microsoft.com/office/2006/documentManagement/types"/>
    <xsd:import namespace="http://schemas.microsoft.com/office/infopath/2007/PartnerControls"/>
    <xsd:element name="CloudMigratorOriginId" ma:index="8" nillable="true" ma:displayName="CloudMigratorOriginId" ma:description="" ma:internalName="CloudMigratorOriginId">
      <xsd:simpleType>
        <xsd:restriction base="dms:Note">
          <xsd:maxLength value="255"/>
        </xsd:restriction>
      </xsd:simpleType>
    </xsd:element>
    <xsd:element name="FileHash" ma:index="9" nillable="true" ma:displayName="FileHash" ma:description="" ma:internalName="FileHash">
      <xsd:simpleType>
        <xsd:restriction base="dms:Note">
          <xsd:maxLength value="255"/>
        </xsd:restriction>
      </xsd:simpleType>
    </xsd:element>
    <xsd:element name="CloudMigratorVersion" ma:index="10" nillable="true" ma:displayName="CloudMigratorVersion" ma:description="" ma:internalName="CloudMigratorVersion">
      <xsd:simpleType>
        <xsd:restriction base="dms:Note">
          <xsd:maxLength value="255"/>
        </xsd:restriction>
      </xsd:simpleType>
    </xsd:element>
    <xsd:element name="UniqueSourceRef" ma:index="11" nillable="true" ma:displayName="UniqueSourceRef" ma:description="" ma:internalName="UniqueSourceRef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9cf8ae5-f3d2-4649-a1b0-e98408d2ff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62b09-fb7a-4ffe-b2d8-2cde68c25d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bcd010-1ed8-463d-a1b5-4731b69db7f1}" ma:internalName="TaxCatchAll" ma:showField="CatchAllData" ma:web="3d362b09-fb7a-4ffe-b2d8-2cde68c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D438E8-D650-4D52-B78D-04EBD9493AA3}">
  <ds:schemaRefs>
    <ds:schemaRef ds:uri="http://schemas.microsoft.com/office/2006/metadata/properties"/>
    <ds:schemaRef ds:uri="http://schemas.microsoft.com/office/infopath/2007/PartnerControls"/>
    <ds:schemaRef ds:uri="3d362b09-fb7a-4ffe-b2d8-2cde68c25db3"/>
    <ds:schemaRef ds:uri="a1102ece-9c89-40d2-9a2c-27d9929e8279"/>
  </ds:schemaRefs>
</ds:datastoreItem>
</file>

<file path=customXml/itemProps2.xml><?xml version="1.0" encoding="utf-8"?>
<ds:datastoreItem xmlns:ds="http://schemas.openxmlformats.org/officeDocument/2006/customXml" ds:itemID="{58920EE9-F6DE-4DD2-A196-33DA1361B1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3DA4B2-6F4E-493D-8F5D-E8E6753A65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02ece-9c89-40d2-9a2c-27d9929e8279"/>
    <ds:schemaRef ds:uri="3d362b09-fb7a-4ffe-b2d8-2cde68c25d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340</Words>
  <Application>Microsoft Office PowerPoint</Application>
  <PresentationFormat>On-screen Show (4:3)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Trebuchet MS</vt:lpstr>
      <vt:lpstr>Office Theme</vt:lpstr>
      <vt:lpstr>AVANT-PROJET IRVE</vt:lpstr>
      <vt:lpstr>Présentation du projet</vt:lpstr>
      <vt:lpstr>Légende</vt:lpstr>
      <vt:lpstr>Plan d’ensemble</vt:lpstr>
      <vt:lpstr>Photos : TGBT</vt:lpstr>
      <vt:lpstr>Photos : Point de raccordement – Cheminements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Benoit Cavelan</dc:creator>
  <cp:lastModifiedBy>Wajih TAZI</cp:lastModifiedBy>
  <cp:revision>77</cp:revision>
  <dcterms:created xsi:type="dcterms:W3CDTF">2025-09-01T05:01:58Z</dcterms:created>
  <dcterms:modified xsi:type="dcterms:W3CDTF">2026-10-09T09:09:10Z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2025-09-01T00:00:00Z</vt:filetime>
  </property>
  <property fmtid="{D5CDD505-2E9C-101B-9397-08002B2CF9AE}" pid="5" name="Producer">
    <vt:lpwstr>Microsoft® PowerPoint® 2016</vt:lpwstr>
  </property>
  <property fmtid="{D5CDD505-2E9C-101B-9397-08002B2CF9AE}" pid="6" name="ContentTypeId">
    <vt:lpwstr>0x0101000F0ACF7CF757DC4094EE3C8029BBFF87</vt:lpwstr>
  </property>
  <property fmtid="{D5CDD505-2E9C-101B-9397-08002B2CF9AE}" pid="7" name="MediaServiceImageTags">
    <vt:lpwstr/>
  </property>
</Properties>
</file>